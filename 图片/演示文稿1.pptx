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0" r:id="rId3"/>
    <p:sldId id="264" r:id="rId5"/>
    <p:sldId id="258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90C00"/>
    <a:srgbClr val="FFFFFF"/>
    <a:srgbClr val="B20B00"/>
    <a:srgbClr val="AF0900"/>
    <a:srgbClr val="A12622"/>
    <a:srgbClr val="F1EDE5"/>
    <a:srgbClr val="DCDCDC"/>
    <a:srgbClr val="F0F0F0"/>
    <a:srgbClr val="E6E6E6"/>
    <a:srgbClr val="C8C8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针对这些痛点，我们设计了“东固红银”IP产品体系，作为连接红色文化与乡村振兴的桥梁。我们独家绑定了富田镇的三大红色旧址，开发了三款定制产品。每一款产品都不仅仅是农产品，更是红色文化的载体。我们建立了刚性的反哺机制：每款产品销售额的5%，将定向用于保护和传承它所绑定的红色旧址的历史文化。这真正实现了“消费即助农，消费即传承”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E83B77-67BA-47BD-AD9D-8FCEBEA521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image" Target="../media/image2.jpeg"/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image" Target="../media/image1.jpeg"/><Relationship Id="rId23" Type="http://schemas.openxmlformats.org/officeDocument/2006/relationships/notesSlide" Target="../notesSlides/notesSlide1.xml"/><Relationship Id="rId22" Type="http://schemas.openxmlformats.org/officeDocument/2006/relationships/slideLayout" Target="../slideLayouts/slideLayout1.xml"/><Relationship Id="rId21" Type="http://schemas.openxmlformats.org/officeDocument/2006/relationships/image" Target="../media/image9.png"/><Relationship Id="rId20" Type="http://schemas.openxmlformats.org/officeDocument/2006/relationships/image" Target="../media/image8.png"/><Relationship Id="rId2" Type="http://schemas.openxmlformats.org/officeDocument/2006/relationships/tags" Target="../tags/tag64.xml"/><Relationship Id="rId19" Type="http://schemas.openxmlformats.org/officeDocument/2006/relationships/image" Target="../media/image7.png"/><Relationship Id="rId18" Type="http://schemas.openxmlformats.org/officeDocument/2006/relationships/image" Target="../media/image6.png"/><Relationship Id="rId17" Type="http://schemas.openxmlformats.org/officeDocument/2006/relationships/image" Target="../media/image5.svg"/><Relationship Id="rId16" Type="http://schemas.openxmlformats.org/officeDocument/2006/relationships/image" Target="../media/image4.png"/><Relationship Id="rId15" Type="http://schemas.openxmlformats.org/officeDocument/2006/relationships/tags" Target="../tags/tag74.xml"/><Relationship Id="rId14" Type="http://schemas.openxmlformats.org/officeDocument/2006/relationships/tags" Target="../tags/tag73.xml"/><Relationship Id="rId13" Type="http://schemas.openxmlformats.org/officeDocument/2006/relationships/image" Target="../media/image3.jpeg"/><Relationship Id="rId12" Type="http://schemas.openxmlformats.org/officeDocument/2006/relationships/tags" Target="../tags/tag72.xml"/><Relationship Id="rId11" Type="http://schemas.openxmlformats.org/officeDocument/2006/relationships/tags" Target="../tags/tag71.xml"/><Relationship Id="rId10" Type="http://schemas.openxmlformats.org/officeDocument/2006/relationships/tags" Target="../tags/tag70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0.xml"/><Relationship Id="rId8" Type="http://schemas.openxmlformats.org/officeDocument/2006/relationships/tags" Target="../tags/tag79.xml"/><Relationship Id="rId7" Type="http://schemas.openxmlformats.org/officeDocument/2006/relationships/image" Target="../media/image12.png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image" Target="../media/image11.png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8" Type="http://schemas.openxmlformats.org/officeDocument/2006/relationships/notesSlide" Target="../notesSlides/notesSlide2.xml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15.png"/><Relationship Id="rId15" Type="http://schemas.openxmlformats.org/officeDocument/2006/relationships/tags" Target="../tags/tag84.xml"/><Relationship Id="rId14" Type="http://schemas.openxmlformats.org/officeDocument/2006/relationships/tags" Target="../tags/tag83.xml"/><Relationship Id="rId13" Type="http://schemas.openxmlformats.org/officeDocument/2006/relationships/image" Target="../media/image14.png"/><Relationship Id="rId12" Type="http://schemas.openxmlformats.org/officeDocument/2006/relationships/tags" Target="../tags/tag82.xml"/><Relationship Id="rId11" Type="http://schemas.openxmlformats.org/officeDocument/2006/relationships/tags" Target="../tags/tag81.xml"/><Relationship Id="rId10" Type="http://schemas.openxmlformats.org/officeDocument/2006/relationships/image" Target="../media/image13.png"/><Relationship Id="rId1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85.xml"/><Relationship Id="rId7" Type="http://schemas.openxmlformats.org/officeDocument/2006/relationships/image" Target="../media/image22.png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D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" y="177165"/>
            <a:ext cx="10668000" cy="7467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C039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红色活态传承——「东固红银」IP</a:t>
            </a:r>
            <a:endParaRPr lang="en-US" sz="3200"/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762000" y="1651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 descr="D:/图片/A3F05A96C61386819724B8B0A3664FA6.jpgA3F05A96C61386819724B8B0A3664FA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3125" b="3125"/>
          <a:stretch>
            <a:fillRect/>
          </a:stretch>
        </p:blipFill>
        <p:spPr>
          <a:xfrm>
            <a:off x="889000" y="1778000"/>
            <a:ext cx="3048000" cy="190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>
            <p:custDataLst>
              <p:tags r:id="rId4"/>
            </p:custDataLst>
          </p:nvPr>
        </p:nvSpPr>
        <p:spPr>
          <a:xfrm>
            <a:off x="889000" y="3810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C039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东固银行旧址款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5"/>
            </p:custDataLst>
          </p:nvPr>
        </p:nvSpPr>
        <p:spPr>
          <a:xfrm>
            <a:off x="889000" y="4191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449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绑定东固银行旧址，包装设计融入银行建筑线条元素，彰显历史厚重感。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4445000" y="1651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 descr="D:/图片/118FA80B6AF00766B478AF2BCBB6310E.jpg118FA80B6AF00766B478AF2BCBB6310E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 t="3125" b="3125"/>
          <a:stretch>
            <a:fillRect/>
          </a:stretch>
        </p:blipFill>
        <p:spPr>
          <a:xfrm>
            <a:off x="4572000" y="1778000"/>
            <a:ext cx="3048000" cy="190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>
            <p:custDataLst>
              <p:tags r:id="rId9"/>
            </p:custDataLst>
          </p:nvPr>
        </p:nvSpPr>
        <p:spPr>
          <a:xfrm>
            <a:off x="4572000" y="3810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C039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平民银行旧址款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10"/>
            </p:custDataLst>
          </p:nvPr>
        </p:nvSpPr>
        <p:spPr>
          <a:xfrm>
            <a:off x="4572000" y="4191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449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绑定东固平民银行旧址，包装设计融入复古钱币图案，致敬金融先驱。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11"/>
            </p:custDataLst>
          </p:nvPr>
        </p:nvSpPr>
        <p:spPr>
          <a:xfrm>
            <a:off x="8128000" y="1651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 descr="D:/图片/F5E77DEE5C25E6A24955C8B51913D83F.jpgF5E77DEE5C25E6A24955C8B51913D83F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rcRect t="8312" b="8313"/>
          <a:stretch>
            <a:fillRect/>
          </a:stretch>
        </p:blipFill>
        <p:spPr>
          <a:xfrm>
            <a:off x="8255000" y="1778000"/>
            <a:ext cx="3048000" cy="190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>
            <p:custDataLst>
              <p:tags r:id="rId14"/>
            </p:custDataLst>
          </p:nvPr>
        </p:nvSpPr>
        <p:spPr>
          <a:xfrm>
            <a:off x="8255000" y="3810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C039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红色记忆款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5"/>
            </p:custDataLst>
          </p:nvPr>
        </p:nvSpPr>
        <p:spPr>
          <a:xfrm>
            <a:off x="8255000" y="4191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449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绑定公略县旧址，包装设计融入红色五角星与麦穗元素，象征丰收与胜利。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5461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C0392B">
              <a:alpha val="8000"/>
            </a:srgbClr>
          </a:solidFill>
          <a:ln w="12700" cap="flat" cmpd="sng">
            <a:solidFill>
              <a:srgbClr val="C0392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16000" y="5689600"/>
            <a:ext cx="558800" cy="558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778000" y="5651500"/>
            <a:ext cx="939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039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公益反哺机制：</a:t>
            </a:r>
            <a:r>
              <a:rPr lang="en-US" sz="1600" b="0" i="0" u="none" strike="noStrike">
                <a:solidFill>
                  <a:srgbClr val="3449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每款产品销售额的5%将定向反哺对应红色旧址的史料保护与文化传播工作，实现“消费即助农，消费即传承”。</a:t>
            </a:r>
            <a:endParaRPr lang="en-US" sz="1100"/>
          </a:p>
        </p:txBody>
      </p:sp>
      <p:pic>
        <p:nvPicPr>
          <p:cNvPr id="2097255" name="图片 5327"/>
          <p:cNvPicPr>
            <a:picLocks noChangeAspect="1"/>
          </p:cNvPicPr>
          <p:nvPr/>
        </p:nvPicPr>
        <p:blipFill>
          <a:blip r:embed="rId18"/>
          <a:srcRect l="24413" b="52857"/>
          <a:stretch>
            <a:fillRect/>
          </a:stretch>
        </p:blipFill>
        <p:spPr>
          <a:xfrm flipH="1">
            <a:off x="8387045" y="6207020"/>
            <a:ext cx="3804955" cy="650980"/>
          </a:xfrm>
          <a:custGeom>
            <a:avLst/>
            <a:gdLst>
              <a:gd name="connsiteX0" fmla="*/ 3804955 w 3804955"/>
              <a:gd name="connsiteY0" fmla="*/ 0 h 650980"/>
              <a:gd name="connsiteX1" fmla="*/ 0 w 3804955"/>
              <a:gd name="connsiteY1" fmla="*/ 0 h 650980"/>
              <a:gd name="connsiteX2" fmla="*/ 0 w 3804955"/>
              <a:gd name="connsiteY2" fmla="*/ 650980 h 650980"/>
              <a:gd name="connsiteX3" fmla="*/ 3804955 w 3804955"/>
              <a:gd name="connsiteY3" fmla="*/ 650980 h 65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04955" h="650980">
                <a:moveTo>
                  <a:pt x="3804955" y="0"/>
                </a:moveTo>
                <a:lnTo>
                  <a:pt x="0" y="0"/>
                </a:lnTo>
                <a:lnTo>
                  <a:pt x="0" y="650980"/>
                </a:lnTo>
                <a:lnTo>
                  <a:pt x="3804955" y="650980"/>
                </a:lnTo>
                <a:close/>
              </a:path>
            </a:pathLst>
          </a:custGeom>
          <a:effectLst>
            <a:outerShdw blurRad="228600" dist="50800" dir="16200000" rotWithShape="0">
              <a:schemeClr val="accent1">
                <a:lumMod val="50000"/>
                <a:alpha val="45000"/>
              </a:schemeClr>
            </a:outerShdw>
          </a:effectLst>
        </p:spPr>
      </p:pic>
      <p:sp>
        <p:nvSpPr>
          <p:cNvPr id="18" name="任意多边形: 形状 5352"/>
          <p:cNvSpPr/>
          <p:nvPr/>
        </p:nvSpPr>
        <p:spPr>
          <a:xfrm>
            <a:off x="1685109" y="6025079"/>
            <a:ext cx="4009744" cy="65480"/>
          </a:xfrm>
          <a:custGeom>
            <a:avLst/>
            <a:gdLst>
              <a:gd name="connsiteX0" fmla="*/ 0 w 3566766"/>
              <a:gd name="connsiteY0" fmla="*/ 32567 h 111448"/>
              <a:gd name="connsiteX1" fmla="*/ 1980191 w 3566766"/>
              <a:gd name="connsiteY1" fmla="*/ 2288 h 111448"/>
              <a:gd name="connsiteX2" fmla="*/ 2289028 w 3566766"/>
              <a:gd name="connsiteY2" fmla="*/ 14400 h 111448"/>
              <a:gd name="connsiteX3" fmla="*/ 1931746 w 3566766"/>
              <a:gd name="connsiteY3" fmla="*/ 111290 h 111448"/>
              <a:gd name="connsiteX4" fmla="*/ 3566766 w 3566766"/>
              <a:gd name="connsiteY4" fmla="*/ 32567 h 111448"/>
              <a:gd name="connsiteX0-1" fmla="*/ 0 w 3566766"/>
              <a:gd name="connsiteY0-2" fmla="*/ 30872 h 109753"/>
              <a:gd name="connsiteX1-3" fmla="*/ 1980191 w 3566766"/>
              <a:gd name="connsiteY1-4" fmla="*/ 593 h 109753"/>
              <a:gd name="connsiteX2-5" fmla="*/ 2136186 w 3566766"/>
              <a:gd name="connsiteY2-6" fmla="*/ 24412 h 109753"/>
              <a:gd name="connsiteX3-7" fmla="*/ 1931746 w 3566766"/>
              <a:gd name="connsiteY3-8" fmla="*/ 109595 h 109753"/>
              <a:gd name="connsiteX4-9" fmla="*/ 3566766 w 3566766"/>
              <a:gd name="connsiteY4-10" fmla="*/ 30872 h 109753"/>
              <a:gd name="connsiteX0-11" fmla="*/ 0 w 3566766"/>
              <a:gd name="connsiteY0-12" fmla="*/ 30279 h 109160"/>
              <a:gd name="connsiteX1-13" fmla="*/ 1980191 w 3566766"/>
              <a:gd name="connsiteY1-14" fmla="*/ 0 h 109160"/>
              <a:gd name="connsiteX2-15" fmla="*/ 1931746 w 3566766"/>
              <a:gd name="connsiteY2-16" fmla="*/ 109002 h 109160"/>
              <a:gd name="connsiteX3-17" fmla="*/ 3566766 w 3566766"/>
              <a:gd name="connsiteY3-18" fmla="*/ 30279 h 109160"/>
              <a:gd name="connsiteX0-19" fmla="*/ 0 w 3566766"/>
              <a:gd name="connsiteY0-20" fmla="*/ 30279 h 78769"/>
              <a:gd name="connsiteX1-21" fmla="*/ 1980191 w 3566766"/>
              <a:gd name="connsiteY1-22" fmla="*/ 0 h 78769"/>
              <a:gd name="connsiteX2-23" fmla="*/ 2552414 w 3566766"/>
              <a:gd name="connsiteY2-24" fmla="*/ 78271 h 78769"/>
              <a:gd name="connsiteX3-25" fmla="*/ 3566766 w 3566766"/>
              <a:gd name="connsiteY3-26" fmla="*/ 30279 h 78769"/>
              <a:gd name="connsiteX0-27" fmla="*/ 0 w 3566766"/>
              <a:gd name="connsiteY0-28" fmla="*/ 15645 h 64135"/>
              <a:gd name="connsiteX1-29" fmla="*/ 2570291 w 3566766"/>
              <a:gd name="connsiteY1-30" fmla="*/ 0 h 64135"/>
              <a:gd name="connsiteX2-31" fmla="*/ 2552414 w 3566766"/>
              <a:gd name="connsiteY2-32" fmla="*/ 63637 h 64135"/>
              <a:gd name="connsiteX3-33" fmla="*/ 3566766 w 3566766"/>
              <a:gd name="connsiteY3-34" fmla="*/ 15645 h 6413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566766" h="64135">
                <a:moveTo>
                  <a:pt x="0" y="15645"/>
                </a:moveTo>
                <a:lnTo>
                  <a:pt x="2570291" y="0"/>
                </a:lnTo>
                <a:cubicBezTo>
                  <a:pt x="2892249" y="13120"/>
                  <a:pt x="2287985" y="58591"/>
                  <a:pt x="2552414" y="63637"/>
                </a:cubicBezTo>
                <a:cubicBezTo>
                  <a:pt x="2765370" y="66665"/>
                  <a:pt x="2855734" y="56520"/>
                  <a:pt x="3566766" y="15645"/>
                </a:cubicBezTo>
              </a:path>
            </a:pathLst>
          </a:custGeom>
          <a:noFill/>
          <a:ln w="9525">
            <a:gradFill flip="none" rotWithShape="1">
              <a:gsLst>
                <a:gs pos="0">
                  <a:schemeClr val="accent1"/>
                </a:gs>
                <a:gs pos="58000">
                  <a:schemeClr val="accent1"/>
                </a:gs>
                <a:gs pos="86752">
                  <a:schemeClr val="accent1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2" name="Picture 4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95266" y="4965446"/>
            <a:ext cx="1061838" cy="509492"/>
          </a:xfrm>
          <a:prstGeom prst="rect">
            <a:avLst/>
          </a:prstGeom>
        </p:spPr>
      </p:pic>
      <p:pic>
        <p:nvPicPr>
          <p:cNvPr id="23" name="Picture 4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025191" y="1272286"/>
            <a:ext cx="1061838" cy="509492"/>
          </a:xfrm>
          <a:prstGeom prst="rect">
            <a:avLst/>
          </a:prstGeom>
        </p:spPr>
      </p:pic>
      <p:cxnSp>
        <p:nvCxnSpPr>
          <p:cNvPr id="19" name="直接连接符 18"/>
          <p:cNvCxnSpPr/>
          <p:nvPr/>
        </p:nvCxnSpPr>
        <p:spPr>
          <a:xfrm>
            <a:off x="97790" y="924185"/>
            <a:ext cx="11582400" cy="35712"/>
          </a:xfrm>
          <a:prstGeom prst="line">
            <a:avLst/>
          </a:prstGeom>
          <a:noFill/>
          <a:ln w="12700" cap="flat" cmpd="sng" algn="ctr">
            <a:solidFill>
              <a:schemeClr val="accent6">
                <a:alpha val="54000"/>
              </a:schemeClr>
            </a:solidFill>
            <a:prstDash val="solid"/>
            <a:miter lim="800000"/>
          </a:ln>
          <a:effectLst/>
        </p:spPr>
      </p:cxnSp>
      <p:pic>
        <p:nvPicPr>
          <p:cNvPr id="2097243" name="图片 1"/>
          <p:cNvPicPr>
            <a:picLocks noChangeAspect="1"/>
          </p:cNvPicPr>
          <p:nvPr/>
        </p:nvPicPr>
        <p:blipFill>
          <a:blip r:embed="rId20" cstate="print"/>
          <a:srcRect r="71886" b="-2303"/>
          <a:stretch>
            <a:fillRect/>
          </a:stretch>
        </p:blipFill>
        <p:spPr>
          <a:xfrm>
            <a:off x="8809990" y="257175"/>
            <a:ext cx="636270" cy="592455"/>
          </a:xfrm>
          <a:prstGeom prst="rect">
            <a:avLst/>
          </a:prstGeom>
        </p:spPr>
      </p:pic>
      <p:pic>
        <p:nvPicPr>
          <p:cNvPr id="28" name="图片 27" descr="绿色的橘子&#10;&#10;描述已自动生成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798" y="212103"/>
            <a:ext cx="699219" cy="699219"/>
          </a:xfrm>
          <a:prstGeom prst="rect">
            <a:avLst/>
          </a:prstGeom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/>
          <p:cNvSpPr/>
          <p:nvPr/>
        </p:nvSpPr>
        <p:spPr>
          <a:xfrm>
            <a:off x="0" y="4056117"/>
            <a:ext cx="12192000" cy="2679059"/>
          </a:xfrm>
          <a:custGeom>
            <a:avLst/>
            <a:gdLst>
              <a:gd name="connsiteX0" fmla="*/ 83359 w 12192000"/>
              <a:gd name="connsiteY0" fmla="*/ 0 h 2492599"/>
              <a:gd name="connsiteX1" fmla="*/ 12108643 w 12192000"/>
              <a:gd name="connsiteY1" fmla="*/ 0 h 2492599"/>
              <a:gd name="connsiteX2" fmla="*/ 12165042 w 12192000"/>
              <a:gd name="connsiteY2" fmla="*/ 11387 h 2492599"/>
              <a:gd name="connsiteX3" fmla="*/ 12192000 w 12192000"/>
              <a:gd name="connsiteY3" fmla="*/ 29562 h 2492599"/>
              <a:gd name="connsiteX4" fmla="*/ 12192000 w 12192000"/>
              <a:gd name="connsiteY4" fmla="*/ 2463037 h 2492599"/>
              <a:gd name="connsiteX5" fmla="*/ 12165042 w 12192000"/>
              <a:gd name="connsiteY5" fmla="*/ 2481213 h 2492599"/>
              <a:gd name="connsiteX6" fmla="*/ 12108643 w 12192000"/>
              <a:gd name="connsiteY6" fmla="*/ 2492599 h 2492599"/>
              <a:gd name="connsiteX7" fmla="*/ 83359 w 12192000"/>
              <a:gd name="connsiteY7" fmla="*/ 2492599 h 2492599"/>
              <a:gd name="connsiteX8" fmla="*/ 26960 w 12192000"/>
              <a:gd name="connsiteY8" fmla="*/ 2481213 h 2492599"/>
              <a:gd name="connsiteX9" fmla="*/ 0 w 12192000"/>
              <a:gd name="connsiteY9" fmla="*/ 2463036 h 2492599"/>
              <a:gd name="connsiteX10" fmla="*/ 0 w 12192000"/>
              <a:gd name="connsiteY10" fmla="*/ 29563 h 2492599"/>
              <a:gd name="connsiteX11" fmla="*/ 26960 w 12192000"/>
              <a:gd name="connsiteY11" fmla="*/ 11387 h 2492599"/>
              <a:gd name="connsiteX12" fmla="*/ 83359 w 12192000"/>
              <a:gd name="connsiteY12" fmla="*/ 0 h 2492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2492599">
                <a:moveTo>
                  <a:pt x="83359" y="0"/>
                </a:moveTo>
                <a:lnTo>
                  <a:pt x="12108643" y="0"/>
                </a:lnTo>
                <a:cubicBezTo>
                  <a:pt x="12128649" y="0"/>
                  <a:pt x="12147708" y="4055"/>
                  <a:pt x="12165042" y="11387"/>
                </a:cubicBezTo>
                <a:lnTo>
                  <a:pt x="12192000" y="29562"/>
                </a:lnTo>
                <a:lnTo>
                  <a:pt x="12192000" y="2463037"/>
                </a:lnTo>
                <a:lnTo>
                  <a:pt x="12165042" y="2481213"/>
                </a:lnTo>
                <a:cubicBezTo>
                  <a:pt x="12147708" y="2488545"/>
                  <a:pt x="12128649" y="2492599"/>
                  <a:pt x="12108643" y="2492599"/>
                </a:cubicBezTo>
                <a:lnTo>
                  <a:pt x="83359" y="2492599"/>
                </a:lnTo>
                <a:cubicBezTo>
                  <a:pt x="63353" y="2492599"/>
                  <a:pt x="44295" y="2488545"/>
                  <a:pt x="26960" y="2481213"/>
                </a:cubicBezTo>
                <a:lnTo>
                  <a:pt x="0" y="2463036"/>
                </a:lnTo>
                <a:lnTo>
                  <a:pt x="0" y="29563"/>
                </a:lnTo>
                <a:lnTo>
                  <a:pt x="26960" y="11387"/>
                </a:lnTo>
                <a:cubicBezTo>
                  <a:pt x="44295" y="4055"/>
                  <a:pt x="63353" y="0"/>
                  <a:pt x="83359" y="0"/>
                </a:cubicBezTo>
                <a:close/>
              </a:path>
            </a:pathLst>
          </a:custGeom>
          <a:pattFill prst="pct20">
            <a:fgClr>
              <a:sysClr val="window" lastClr="FFFFFF">
                <a:lumMod val="95000"/>
              </a:sysClr>
            </a:fgClr>
            <a:bgClr>
              <a:sysClr val="window" lastClr="FFFFFF"/>
            </a:bgClr>
          </a:pattFill>
          <a:ln w="3175" cap="flat" cmpd="sng" algn="ctr">
            <a:noFill/>
            <a:prstDash val="solid"/>
            <a:miter lim="800000"/>
          </a:ln>
          <a:effectLst/>
          <a:scene3d>
            <a:camera prst="orthographicFront"/>
            <a:lightRig rig="contrasting" dir="t"/>
          </a:scene3d>
        </p:spPr>
        <p:txBody>
          <a:bodyPr wrap="square" lIns="81382" tIns="40691" rIns="81382" bIns="40691" rtlCol="0" anchor="ctr">
            <a:noAutofit/>
          </a:bodyPr>
          <a:lstStyle/>
          <a:p>
            <a:pPr algn="ctr">
              <a:defRPr/>
            </a:pPr>
            <a:endParaRPr lang="zh-CN" altLang="en-US" sz="1600" kern="0">
              <a:solidFill>
                <a:prstClr val="white"/>
              </a:solidFill>
              <a:latin typeface="HarmonyOS Sans SC Light"/>
              <a:ea typeface="HarmonyOS Sans SC"/>
            </a:endParaRPr>
          </a:p>
        </p:txBody>
      </p:sp>
      <p:pic>
        <p:nvPicPr>
          <p:cNvPr id="5" name="Picture 1039+"/>
          <p:cNvPicPr>
            <a:picLocks noChangeAspect="1" noChangeArrowheads="1"/>
          </p:cNvPicPr>
          <p:nvPr/>
        </p:nvPicPr>
        <p:blipFill>
          <a:blip r:embed="rId1">
            <a:alphaModFix amt="35000"/>
            <a:duotone>
              <a:srgbClr val="0070C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13"/>
          <a:stretch>
            <a:fillRect/>
          </a:stretch>
        </p:blipFill>
        <p:spPr bwMode="auto">
          <a:xfrm>
            <a:off x="-105083" y="5630162"/>
            <a:ext cx="12315074" cy="1110538"/>
          </a:xfrm>
          <a:custGeom>
            <a:avLst/>
            <a:gdLst>
              <a:gd name="connsiteX0" fmla="*/ 0 w 12192000"/>
              <a:gd name="connsiteY0" fmla="*/ 0 h 2890837"/>
              <a:gd name="connsiteX1" fmla="*/ 12192000 w 12192000"/>
              <a:gd name="connsiteY1" fmla="*/ 0 h 2890837"/>
              <a:gd name="connsiteX2" fmla="*/ 12192000 w 12192000"/>
              <a:gd name="connsiteY2" fmla="*/ 2890837 h 2890837"/>
              <a:gd name="connsiteX3" fmla="*/ 0 w 12192000"/>
              <a:gd name="connsiteY3" fmla="*/ 2890837 h 289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890837">
                <a:moveTo>
                  <a:pt x="0" y="0"/>
                </a:moveTo>
                <a:lnTo>
                  <a:pt x="12192000" y="0"/>
                </a:lnTo>
                <a:lnTo>
                  <a:pt x="12192000" y="2890837"/>
                </a:lnTo>
                <a:lnTo>
                  <a:pt x="0" y="2890837"/>
                </a:lnTo>
                <a:close/>
              </a:path>
            </a:pathLst>
          </a:custGeom>
          <a:noFill/>
          <a:ln>
            <a:noFill/>
          </a:ln>
          <a:scene3d>
            <a:camera prst="orthographicFront"/>
            <a:lightRig rig="contrasting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2" name="组合 71"/>
          <p:cNvGrpSpPr/>
          <p:nvPr/>
        </p:nvGrpSpPr>
        <p:grpSpPr>
          <a:xfrm>
            <a:off x="-67733" y="5721348"/>
            <a:ext cx="12327467" cy="1138264"/>
            <a:chOff x="0" y="5550645"/>
            <a:chExt cx="12192000" cy="1307365"/>
          </a:xfrm>
          <a:gradFill>
            <a:gsLst>
              <a:gs pos="68000">
                <a:srgbClr val="B90C00"/>
              </a:gs>
              <a:gs pos="5000">
                <a:schemeClr val="accent2">
                  <a:lumMod val="84000"/>
                  <a:lumOff val="16000"/>
                </a:schemeClr>
              </a:gs>
            </a:gsLst>
            <a:path path="circle">
              <a:fillToRect r="100000" b="100000"/>
            </a:path>
            <a:tileRect l="-100000" t="-100000"/>
          </a:gradFill>
        </p:grpSpPr>
        <p:sp>
          <p:nvSpPr>
            <p:cNvPr id="82" name="PA-矩形 1"/>
            <p:cNvSpPr/>
            <p:nvPr>
              <p:custDataLst>
                <p:tags r:id="rId2"/>
              </p:custDataLst>
            </p:nvPr>
          </p:nvSpPr>
          <p:spPr>
            <a:xfrm flipH="1">
              <a:off x="0" y="5550645"/>
              <a:ext cx="12192000" cy="215761"/>
            </a:xfrm>
            <a:prstGeom prst="trapezoid">
              <a:avLst>
                <a:gd name="adj" fmla="val 166402"/>
              </a:avLst>
            </a:prstGeom>
            <a:grpFill/>
            <a:ln>
              <a:noFill/>
            </a:ln>
            <a:effectLst/>
          </p:spPr>
          <p:txBody>
  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  <a:noAutofit/>
            </a:bodyPr>
            <a:lstStyle/>
            <a:p>
              <a:pPr algn="ctr"/>
              <a:endParaRPr lang="zh-CN" altLang="en-US" sz="27060">
                <a:gradFill flip="none" rotWithShape="1">
                  <a:gsLst>
                    <a:gs pos="37000">
                      <a:schemeClr val="accent1"/>
                    </a:gs>
                    <a:gs pos="57000">
                      <a:schemeClr val="accent2"/>
                    </a:gs>
                  </a:gsLst>
                  <a:lin ang="0" scaled="1"/>
                  <a:tileRect/>
                </a:gradFill>
                <a:latin typeface="方正字迹-龙吟体 简" panose="02000500000000000000" pitchFamily="2" charset="-122"/>
                <a:ea typeface="方正字迹-龙吟体 简" panose="02000500000000000000" pitchFamily="2" charset="-122"/>
              </a:endParaRPr>
            </a:p>
          </p:txBody>
        </p:sp>
        <p:sp>
          <p:nvSpPr>
            <p:cNvPr id="87" name="PA-矩形 1"/>
            <p:cNvSpPr/>
            <p:nvPr>
              <p:custDataLst>
                <p:tags r:id="rId3"/>
              </p:custDataLst>
            </p:nvPr>
          </p:nvSpPr>
          <p:spPr>
            <a:xfrm flipV="1">
              <a:off x="0" y="5759075"/>
              <a:ext cx="12192000" cy="1098935"/>
            </a:xfrm>
            <a:prstGeom prst="rect">
              <a:avLst/>
            </a:prstGeom>
            <a:grpFill/>
            <a:ln>
              <a:noFill/>
            </a:ln>
            <a:effectLst/>
          </p:spPr>
          <p:txBody>
  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  <a:noAutofit/>
            </a:bodyPr>
            <a:lstStyle/>
            <a:p>
              <a:pPr algn="ctr"/>
              <a:endParaRPr lang="zh-CN" altLang="en-US" sz="27060">
                <a:gradFill flip="none" rotWithShape="1">
                  <a:gsLst>
                    <a:gs pos="37000">
                      <a:schemeClr val="accent1"/>
                    </a:gs>
                    <a:gs pos="57000">
                      <a:schemeClr val="accent2"/>
                    </a:gs>
                  </a:gsLst>
                  <a:lin ang="0" scaled="1"/>
                  <a:tileRect/>
                </a:gradFill>
                <a:latin typeface="方正字迹-龙吟体 简" panose="02000500000000000000" pitchFamily="2" charset="-122"/>
                <a:ea typeface="方正字迹-龙吟体 简" panose="02000500000000000000" pitchFamily="2" charset="-122"/>
              </a:endParaRPr>
            </a:p>
          </p:txBody>
        </p:sp>
      </p:grpSp>
      <p:pic>
        <p:nvPicPr>
          <p:cNvPr id="89" name="图片 88" descr="黑暗中的灯光&#10;&#10;描述已自动生成"/>
          <p:cNvPicPr>
            <a:picLocks noChangeAspect="1"/>
          </p:cNvPicPr>
          <p:nvPr/>
        </p:nvPicPr>
        <p:blipFill>
          <a:blip r:embed="rId4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317"/>
          <a:stretch>
            <a:fillRect/>
          </a:stretch>
        </p:blipFill>
        <p:spPr>
          <a:xfrm>
            <a:off x="498577" y="6231220"/>
            <a:ext cx="10916414" cy="626780"/>
          </a:xfrm>
          <a:custGeom>
            <a:avLst/>
            <a:gdLst>
              <a:gd name="connsiteX0" fmla="*/ 0 w 10916414"/>
              <a:gd name="connsiteY0" fmla="*/ 0 h 372106"/>
              <a:gd name="connsiteX1" fmla="*/ 10916414 w 10916414"/>
              <a:gd name="connsiteY1" fmla="*/ 0 h 372106"/>
              <a:gd name="connsiteX2" fmla="*/ 10916414 w 10916414"/>
              <a:gd name="connsiteY2" fmla="*/ 372106 h 372106"/>
              <a:gd name="connsiteX3" fmla="*/ 0 w 10916414"/>
              <a:gd name="connsiteY3" fmla="*/ 372106 h 372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916414" h="372106">
                <a:moveTo>
                  <a:pt x="0" y="0"/>
                </a:moveTo>
                <a:lnTo>
                  <a:pt x="10916414" y="0"/>
                </a:lnTo>
                <a:lnTo>
                  <a:pt x="10916414" y="372106"/>
                </a:lnTo>
                <a:lnTo>
                  <a:pt x="0" y="372106"/>
                </a:lnTo>
                <a:close/>
              </a:path>
            </a:pathLst>
          </a:custGeom>
        </p:spPr>
      </p:pic>
      <p:grpSp>
        <p:nvGrpSpPr>
          <p:cNvPr id="1250" name="组合 1249"/>
          <p:cNvGrpSpPr/>
          <p:nvPr/>
        </p:nvGrpSpPr>
        <p:grpSpPr>
          <a:xfrm>
            <a:off x="-265430" y="461645"/>
            <a:ext cx="12543155" cy="4439285"/>
            <a:chOff x="-74254" y="1319100"/>
            <a:chExt cx="12341206" cy="3802547"/>
          </a:xfrm>
        </p:grpSpPr>
        <p:sp>
          <p:nvSpPr>
            <p:cNvPr id="1209" name="矩形 1208"/>
            <p:cNvSpPr/>
            <p:nvPr/>
          </p:nvSpPr>
          <p:spPr>
            <a:xfrm>
              <a:off x="9519582" y="3602339"/>
              <a:ext cx="2662161" cy="998456"/>
            </a:xfrm>
            <a:prstGeom prst="rect">
              <a:avLst/>
            </a:prstGeom>
            <a:pattFill prst="pct20">
              <a:fgClr>
                <a:sysClr val="window" lastClr="FFFFFF">
                  <a:lumMod val="95000"/>
                </a:sysClr>
              </a:fgClr>
              <a:bgClr>
                <a:sysClr val="window" lastClr="FFFFFF"/>
              </a:bgClr>
            </a:pattFill>
            <a:ln w="3175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contrasting" dir="t"/>
            </a:scene3d>
          </p:spPr>
          <p:txBody>
            <a:bodyPr wrap="square" lIns="81382" tIns="40691" rIns="81382" bIns="40691" rtlCol="0" anchor="ctr">
              <a:noAutofit/>
            </a:bodyPr>
            <a:lstStyle/>
            <a:p>
              <a:pPr algn="ctr"/>
              <a:endParaRPr lang="zh-CN" altLang="en-US" sz="1600" kern="0">
                <a:solidFill>
                  <a:prstClr val="white"/>
                </a:solidFill>
                <a:latin typeface="HarmonyOS Sans SC Light"/>
              </a:endParaRPr>
            </a:p>
          </p:txBody>
        </p:sp>
        <p:sp>
          <p:nvSpPr>
            <p:cNvPr id="10" name="任意多边形: 形状 9"/>
            <p:cNvSpPr/>
            <p:nvPr/>
          </p:nvSpPr>
          <p:spPr>
            <a:xfrm rot="42515">
              <a:off x="-74254" y="2177494"/>
              <a:ext cx="12341206" cy="2873681"/>
            </a:xfrm>
            <a:custGeom>
              <a:avLst/>
              <a:gdLst>
                <a:gd name="connsiteX0" fmla="*/ 12341206 w 12341206"/>
                <a:gd name="connsiteY0" fmla="*/ 0 h 2873681"/>
                <a:gd name="connsiteX1" fmla="*/ 12283787 w 12341206"/>
                <a:gd name="connsiteY1" fmla="*/ 1216539 h 2873681"/>
                <a:gd name="connsiteX2" fmla="*/ 12113118 w 12341206"/>
                <a:gd name="connsiteY2" fmla="*/ 1289266 h 2873681"/>
                <a:gd name="connsiteX3" fmla="*/ 11744895 w 12341206"/>
                <a:gd name="connsiteY3" fmla="*/ 1435462 h 2873681"/>
                <a:gd name="connsiteX4" fmla="*/ 9748395 w 12341206"/>
                <a:gd name="connsiteY4" fmla="*/ 2087364 h 2873681"/>
                <a:gd name="connsiteX5" fmla="*/ 8814251 w 12341206"/>
                <a:gd name="connsiteY5" fmla="*/ 2304664 h 2873681"/>
                <a:gd name="connsiteX6" fmla="*/ 8322759 w 12341206"/>
                <a:gd name="connsiteY6" fmla="*/ 2349623 h 2873681"/>
                <a:gd name="connsiteX7" fmla="*/ 8085660 w 12341206"/>
                <a:gd name="connsiteY7" fmla="*/ 2362110 h 2873681"/>
                <a:gd name="connsiteX8" fmla="*/ 7153553 w 12341206"/>
                <a:gd name="connsiteY8" fmla="*/ 2379595 h 2873681"/>
                <a:gd name="connsiteX9" fmla="*/ 3832158 w 12341206"/>
                <a:gd name="connsiteY9" fmla="*/ 2432047 h 2873681"/>
                <a:gd name="connsiteX10" fmla="*/ 1489678 w 12341206"/>
                <a:gd name="connsiteY10" fmla="*/ 2584407 h 2873681"/>
                <a:gd name="connsiteX11" fmla="*/ 571818 w 12341206"/>
                <a:gd name="connsiteY11" fmla="*/ 2701800 h 2873681"/>
                <a:gd name="connsiteX12" fmla="*/ 177503 w 12341206"/>
                <a:gd name="connsiteY12" fmla="*/ 2811230 h 2873681"/>
                <a:gd name="connsiteX13" fmla="*/ 0 w 12341206"/>
                <a:gd name="connsiteY13" fmla="*/ 2873681 h 2873681"/>
                <a:gd name="connsiteX14" fmla="*/ 38010 w 12341206"/>
                <a:gd name="connsiteY14" fmla="*/ 2068351 h 2873681"/>
                <a:gd name="connsiteX15" fmla="*/ 260437 w 12341206"/>
                <a:gd name="connsiteY15" fmla="*/ 2042405 h 2873681"/>
                <a:gd name="connsiteX16" fmla="*/ 1536487 w 12341206"/>
                <a:gd name="connsiteY16" fmla="*/ 1930008 h 2873681"/>
                <a:gd name="connsiteX17" fmla="*/ 3954269 w 12341206"/>
                <a:gd name="connsiteY17" fmla="*/ 1825104 h 2873681"/>
                <a:gd name="connsiteX18" fmla="*/ 6335416 w 12341206"/>
                <a:gd name="connsiteY18" fmla="*/ 1765159 h 2873681"/>
                <a:gd name="connsiteX19" fmla="*/ 7977798 w 12341206"/>
                <a:gd name="connsiteY19" fmla="*/ 1795132 h 2873681"/>
                <a:gd name="connsiteX20" fmla="*/ 9113422 w 12341206"/>
                <a:gd name="connsiteY20" fmla="*/ 1645269 h 2873681"/>
                <a:gd name="connsiteX21" fmla="*/ 9723972 w 12341206"/>
                <a:gd name="connsiteY21" fmla="*/ 1480420 h 2873681"/>
                <a:gd name="connsiteX22" fmla="*/ 10305014 w 12341206"/>
                <a:gd name="connsiteY22" fmla="*/ 1266866 h 2873681"/>
                <a:gd name="connsiteX23" fmla="*/ 11116028 w 12341206"/>
                <a:gd name="connsiteY23" fmla="*/ 809785 h 287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341206" h="2873681">
                  <a:moveTo>
                    <a:pt x="12341206" y="0"/>
                  </a:moveTo>
                  <a:lnTo>
                    <a:pt x="12283787" y="1216539"/>
                  </a:lnTo>
                  <a:lnTo>
                    <a:pt x="12113118" y="1289266"/>
                  </a:lnTo>
                  <a:cubicBezTo>
                    <a:pt x="11986683" y="1341593"/>
                    <a:pt x="11862426" y="1391206"/>
                    <a:pt x="11744895" y="1435462"/>
                  </a:cubicBezTo>
                  <a:cubicBezTo>
                    <a:pt x="11118063" y="1671495"/>
                    <a:pt x="10236835" y="1942497"/>
                    <a:pt x="9748395" y="2087364"/>
                  </a:cubicBezTo>
                  <a:cubicBezTo>
                    <a:pt x="9259954" y="2232230"/>
                    <a:pt x="9051858" y="2260954"/>
                    <a:pt x="8814251" y="2304664"/>
                  </a:cubicBezTo>
                  <a:cubicBezTo>
                    <a:pt x="8576646" y="2348373"/>
                    <a:pt x="8444191" y="2340048"/>
                    <a:pt x="8322759" y="2349623"/>
                  </a:cubicBezTo>
                  <a:cubicBezTo>
                    <a:pt x="8201326" y="2359197"/>
                    <a:pt x="8277984" y="2357115"/>
                    <a:pt x="8085660" y="2362110"/>
                  </a:cubicBezTo>
                  <a:lnTo>
                    <a:pt x="7153553" y="2379595"/>
                  </a:lnTo>
                  <a:lnTo>
                    <a:pt x="3832158" y="2432047"/>
                  </a:lnTo>
                  <a:cubicBezTo>
                    <a:pt x="2888179" y="2466182"/>
                    <a:pt x="2033068" y="2539448"/>
                    <a:pt x="1489678" y="2584407"/>
                  </a:cubicBezTo>
                  <a:cubicBezTo>
                    <a:pt x="946288" y="2629366"/>
                    <a:pt x="846905" y="2643520"/>
                    <a:pt x="571818" y="2701800"/>
                  </a:cubicBezTo>
                  <a:cubicBezTo>
                    <a:pt x="434274" y="2730939"/>
                    <a:pt x="301225" y="2769966"/>
                    <a:pt x="177503" y="2811230"/>
                  </a:cubicBezTo>
                  <a:lnTo>
                    <a:pt x="0" y="2873681"/>
                  </a:lnTo>
                  <a:lnTo>
                    <a:pt x="38010" y="2068351"/>
                  </a:lnTo>
                  <a:lnTo>
                    <a:pt x="260437" y="2042405"/>
                  </a:lnTo>
                  <a:cubicBezTo>
                    <a:pt x="633891" y="2002442"/>
                    <a:pt x="920850" y="1966224"/>
                    <a:pt x="1536487" y="1930008"/>
                  </a:cubicBezTo>
                  <a:lnTo>
                    <a:pt x="3954269" y="1825104"/>
                  </a:lnTo>
                  <a:lnTo>
                    <a:pt x="6335416" y="1765159"/>
                  </a:lnTo>
                  <a:cubicBezTo>
                    <a:pt x="7006003" y="1760163"/>
                    <a:pt x="7514797" y="1815114"/>
                    <a:pt x="7977798" y="1795132"/>
                  </a:cubicBezTo>
                  <a:cubicBezTo>
                    <a:pt x="8440798" y="1775149"/>
                    <a:pt x="8822393" y="1697721"/>
                    <a:pt x="9113422" y="1645269"/>
                  </a:cubicBezTo>
                  <a:cubicBezTo>
                    <a:pt x="9404452" y="1592818"/>
                    <a:pt x="9525374" y="1543488"/>
                    <a:pt x="9723972" y="1480420"/>
                  </a:cubicBezTo>
                  <a:cubicBezTo>
                    <a:pt x="9922571" y="1417353"/>
                    <a:pt x="10073004" y="1378639"/>
                    <a:pt x="10305014" y="1266866"/>
                  </a:cubicBezTo>
                  <a:cubicBezTo>
                    <a:pt x="10537023" y="1155093"/>
                    <a:pt x="10579761" y="1161962"/>
                    <a:pt x="11116028" y="809785"/>
                  </a:cubicBezTo>
                  <a:close/>
                </a:path>
              </a:pathLst>
            </a:custGeom>
            <a:pattFill prst="pct20">
              <a:fgClr>
                <a:sysClr val="window" lastClr="FFFFFF">
                  <a:lumMod val="95000"/>
                </a:sysClr>
              </a:fgClr>
              <a:bgClr>
                <a:sysClr val="window" lastClr="FFFFFF"/>
              </a:bgClr>
            </a:pattFill>
            <a:ln w="3175" cap="flat" cmpd="sng" algn="ctr">
              <a:noFill/>
              <a:prstDash val="solid"/>
              <a:miter lim="800000"/>
            </a:ln>
            <a:effectLst>
              <a:outerShdw blurRad="152400" dist="38100" dir="5400000" algn="t" rotWithShape="0">
                <a:srgbClr val="3574F9">
                  <a:alpha val="22000"/>
                </a:srgbClr>
              </a:outerShdw>
            </a:effectLst>
            <a:scene3d>
              <a:camera prst="orthographicFront"/>
              <a:lightRig rig="contrasting" dir="t"/>
            </a:scene3d>
          </p:spPr>
          <p:txBody>
            <a:bodyPr wrap="square" lIns="81382" tIns="40691" rIns="81382" bIns="40691" rtlCol="0" anchor="ctr">
              <a:noAutofit/>
            </a:bodyPr>
            <a:lstStyle/>
            <a:p>
              <a:pPr algn="ctr">
                <a:defRPr/>
              </a:pPr>
              <a:endParaRPr lang="zh-CN" altLang="en-US" sz="1600" kern="0">
                <a:solidFill>
                  <a:prstClr val="white"/>
                </a:solidFill>
                <a:latin typeface="HarmonyOS Sans SC Light"/>
                <a:ea typeface="宋体" panose="02010600030101010101" pitchFamily="2" charset="-122"/>
              </a:endParaRPr>
            </a:p>
          </p:txBody>
        </p:sp>
        <p:sp>
          <p:nvSpPr>
            <p:cNvPr id="11" name="任意多边形: 形状 10"/>
            <p:cNvSpPr/>
            <p:nvPr/>
          </p:nvSpPr>
          <p:spPr>
            <a:xfrm rot="228627">
              <a:off x="-15253" y="2845935"/>
              <a:ext cx="12187145" cy="2275712"/>
            </a:xfrm>
            <a:custGeom>
              <a:avLst/>
              <a:gdLst>
                <a:gd name="connsiteX0" fmla="*/ 12181328 w 12187145"/>
                <a:gd name="connsiteY0" fmla="*/ 0 h 2275712"/>
                <a:gd name="connsiteX1" fmla="*/ 12187145 w 12187145"/>
                <a:gd name="connsiteY1" fmla="*/ 834147 h 2275712"/>
                <a:gd name="connsiteX2" fmla="*/ 11843711 w 12187145"/>
                <a:gd name="connsiteY2" fmla="*/ 943688 h 2275712"/>
                <a:gd name="connsiteX3" fmla="*/ 11392174 w 12187145"/>
                <a:gd name="connsiteY3" fmla="*/ 1076714 h 2275712"/>
                <a:gd name="connsiteX4" fmla="*/ 9571761 w 12187145"/>
                <a:gd name="connsiteY4" fmla="*/ 1511772 h 2275712"/>
                <a:gd name="connsiteX5" fmla="*/ 8720008 w 12187145"/>
                <a:gd name="connsiteY5" fmla="*/ 1656792 h 2275712"/>
                <a:gd name="connsiteX6" fmla="*/ 8271864 w 12187145"/>
                <a:gd name="connsiteY6" fmla="*/ 1686796 h 2275712"/>
                <a:gd name="connsiteX7" fmla="*/ 8055677 w 12187145"/>
                <a:gd name="connsiteY7" fmla="*/ 1695130 h 2275712"/>
                <a:gd name="connsiteX8" fmla="*/ 7205781 w 12187145"/>
                <a:gd name="connsiteY8" fmla="*/ 1706798 h 2275712"/>
                <a:gd name="connsiteX9" fmla="*/ 4177327 w 12187145"/>
                <a:gd name="connsiteY9" fmla="*/ 1741803 h 2275712"/>
                <a:gd name="connsiteX10" fmla="*/ 2041450 w 12187145"/>
                <a:gd name="connsiteY10" fmla="*/ 1843483 h 2275712"/>
                <a:gd name="connsiteX11" fmla="*/ 1204543 w 12187145"/>
                <a:gd name="connsiteY11" fmla="*/ 1921828 h 2275712"/>
                <a:gd name="connsiteX12" fmla="*/ 536501 w 12187145"/>
                <a:gd name="connsiteY12" fmla="*/ 2076848 h 2275712"/>
                <a:gd name="connsiteX13" fmla="*/ 107842 w 12187145"/>
                <a:gd name="connsiteY13" fmla="*/ 2226868 h 2275712"/>
                <a:gd name="connsiteX14" fmla="*/ 33743 w 12187145"/>
                <a:gd name="connsiteY14" fmla="*/ 2260980 h 2275712"/>
                <a:gd name="connsiteX15" fmla="*/ 4903 w 12187145"/>
                <a:gd name="connsiteY15" fmla="*/ 2275712 h 2275712"/>
                <a:gd name="connsiteX16" fmla="*/ 0 w 12187145"/>
                <a:gd name="connsiteY16" fmla="*/ 1572717 h 2275712"/>
                <a:gd name="connsiteX17" fmla="*/ 41037 w 12187145"/>
                <a:gd name="connsiteY17" fmla="*/ 1566780 h 2275712"/>
                <a:gd name="connsiteX18" fmla="*/ 920625 w 12187145"/>
                <a:gd name="connsiteY18" fmla="*/ 1481768 h 2275712"/>
                <a:gd name="connsiteX19" fmla="*/ 2084131 w 12187145"/>
                <a:gd name="connsiteY19" fmla="*/ 1406758 h 2275712"/>
                <a:gd name="connsiteX20" fmla="*/ 4288667 w 12187145"/>
                <a:gd name="connsiteY20" fmla="*/ 1336749 h 2275712"/>
                <a:gd name="connsiteX21" fmla="*/ 6459802 w 12187145"/>
                <a:gd name="connsiteY21" fmla="*/ 1296743 h 2275712"/>
                <a:gd name="connsiteX22" fmla="*/ 7957328 w 12187145"/>
                <a:gd name="connsiteY22" fmla="*/ 1316746 h 2275712"/>
                <a:gd name="connsiteX23" fmla="*/ 8992792 w 12187145"/>
                <a:gd name="connsiteY23" fmla="*/ 1216733 h 2275712"/>
                <a:gd name="connsiteX24" fmla="*/ 9549493 w 12187145"/>
                <a:gd name="connsiteY24" fmla="*/ 1106718 h 2275712"/>
                <a:gd name="connsiteX25" fmla="*/ 10079287 w 12187145"/>
                <a:gd name="connsiteY25" fmla="*/ 964199 h 2275712"/>
                <a:gd name="connsiteX26" fmla="*/ 10818772 w 12187145"/>
                <a:gd name="connsiteY26" fmla="*/ 659158 h 2275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187145" h="2275712">
                  <a:moveTo>
                    <a:pt x="12181328" y="0"/>
                  </a:moveTo>
                  <a:lnTo>
                    <a:pt x="12187145" y="834147"/>
                  </a:lnTo>
                  <a:lnTo>
                    <a:pt x="11843711" y="943688"/>
                  </a:lnTo>
                  <a:cubicBezTo>
                    <a:pt x="11688849" y="991598"/>
                    <a:pt x="11535060" y="1037334"/>
                    <a:pt x="11392174" y="1076714"/>
                  </a:cubicBezTo>
                  <a:cubicBezTo>
                    <a:pt x="10820627" y="1234235"/>
                    <a:pt x="10017122" y="1415093"/>
                    <a:pt x="9571761" y="1511772"/>
                  </a:cubicBezTo>
                  <a:cubicBezTo>
                    <a:pt x="9126400" y="1608452"/>
                    <a:pt x="8936658" y="1627621"/>
                    <a:pt x="8720008" y="1656792"/>
                  </a:cubicBezTo>
                  <a:cubicBezTo>
                    <a:pt x="8503358" y="1685962"/>
                    <a:pt x="8382586" y="1680406"/>
                    <a:pt x="8271864" y="1686796"/>
                  </a:cubicBezTo>
                  <a:cubicBezTo>
                    <a:pt x="8161141" y="1693185"/>
                    <a:pt x="8231038" y="1691795"/>
                    <a:pt x="8055677" y="1695130"/>
                  </a:cubicBezTo>
                  <a:lnTo>
                    <a:pt x="7205781" y="1706798"/>
                  </a:lnTo>
                  <a:lnTo>
                    <a:pt x="4177327" y="1741803"/>
                  </a:lnTo>
                  <a:cubicBezTo>
                    <a:pt x="3316605" y="1764584"/>
                    <a:pt x="2536914" y="1813479"/>
                    <a:pt x="2041450" y="1843483"/>
                  </a:cubicBezTo>
                  <a:cubicBezTo>
                    <a:pt x="1545986" y="1873487"/>
                    <a:pt x="1455367" y="1882934"/>
                    <a:pt x="1204543" y="1921828"/>
                  </a:cubicBezTo>
                  <a:cubicBezTo>
                    <a:pt x="953718" y="1960721"/>
                    <a:pt x="719285" y="2026008"/>
                    <a:pt x="536501" y="2076848"/>
                  </a:cubicBezTo>
                  <a:cubicBezTo>
                    <a:pt x="353718" y="2127689"/>
                    <a:pt x="236811" y="2171861"/>
                    <a:pt x="107842" y="2226868"/>
                  </a:cubicBezTo>
                  <a:cubicBezTo>
                    <a:pt x="83660" y="2237182"/>
                    <a:pt x="58728" y="2248756"/>
                    <a:pt x="33743" y="2260980"/>
                  </a:cubicBezTo>
                  <a:lnTo>
                    <a:pt x="4903" y="2275712"/>
                  </a:lnTo>
                  <a:lnTo>
                    <a:pt x="0" y="1572717"/>
                  </a:lnTo>
                  <a:lnTo>
                    <a:pt x="41037" y="1566780"/>
                  </a:lnTo>
                  <a:cubicBezTo>
                    <a:pt x="241450" y="1541776"/>
                    <a:pt x="580109" y="1508438"/>
                    <a:pt x="920625" y="1481768"/>
                  </a:cubicBezTo>
                  <a:cubicBezTo>
                    <a:pt x="1261141" y="1455098"/>
                    <a:pt x="1522791" y="1430928"/>
                    <a:pt x="2084131" y="1406758"/>
                  </a:cubicBezTo>
                  <a:lnTo>
                    <a:pt x="4288667" y="1336749"/>
                  </a:lnTo>
                  <a:lnTo>
                    <a:pt x="6459802" y="1296743"/>
                  </a:lnTo>
                  <a:cubicBezTo>
                    <a:pt x="7071244" y="1293409"/>
                    <a:pt x="7535163" y="1330082"/>
                    <a:pt x="7957328" y="1316746"/>
                  </a:cubicBezTo>
                  <a:cubicBezTo>
                    <a:pt x="8379492" y="1303411"/>
                    <a:pt x="8727431" y="1251737"/>
                    <a:pt x="8992792" y="1216733"/>
                  </a:cubicBezTo>
                  <a:cubicBezTo>
                    <a:pt x="9258153" y="1181728"/>
                    <a:pt x="9368411" y="1148807"/>
                    <a:pt x="9549493" y="1106718"/>
                  </a:cubicBezTo>
                  <a:cubicBezTo>
                    <a:pt x="9730575" y="1064629"/>
                    <a:pt x="9867741" y="1038793"/>
                    <a:pt x="10079287" y="964199"/>
                  </a:cubicBezTo>
                  <a:cubicBezTo>
                    <a:pt x="10290834" y="889605"/>
                    <a:pt x="10329803" y="894190"/>
                    <a:pt x="10818772" y="659158"/>
                  </a:cubicBezTo>
                  <a:close/>
                </a:path>
              </a:pathLst>
            </a:custGeom>
            <a:solidFill>
              <a:srgbClr val="B20B00">
                <a:alpha val="80000"/>
              </a:srgbClr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  <a:noAutofit/>
            </a:bodyPr>
            <a:lstStyle/>
            <a:p>
              <a:pPr algn="ctr"/>
              <a:endParaRPr lang="zh-CN" altLang="en-US" sz="27060">
                <a:gradFill flip="none" rotWithShape="1">
                  <a:gsLst>
                    <a:gs pos="37000">
                      <a:schemeClr val="accent1"/>
                    </a:gs>
                    <a:gs pos="57000">
                      <a:schemeClr val="accent2"/>
                    </a:gs>
                  </a:gsLst>
                  <a:lin ang="0" scaled="1"/>
                  <a:tileRect/>
                </a:gradFill>
                <a:latin typeface="方正字迹-龙吟体 简" panose="02000500000000000000" pitchFamily="2" charset="-122"/>
                <a:ea typeface="方正字迹-龙吟体 简" panose="02000500000000000000" pitchFamily="2" charset="-122"/>
              </a:endParaRPr>
            </a:p>
          </p:txBody>
        </p:sp>
        <p:sp>
          <p:nvSpPr>
            <p:cNvPr id="13" name="任意多边形: 形状 12"/>
            <p:cNvSpPr/>
            <p:nvPr/>
          </p:nvSpPr>
          <p:spPr>
            <a:xfrm rot="228627">
              <a:off x="-38551" y="3185265"/>
              <a:ext cx="12126608" cy="1560164"/>
            </a:xfrm>
            <a:custGeom>
              <a:avLst/>
              <a:gdLst>
                <a:gd name="connsiteX0" fmla="*/ 0 w 12005734"/>
                <a:gd name="connsiteY0" fmla="*/ 1913467 h 1913467"/>
                <a:gd name="connsiteX1" fmla="*/ 914400 w 12005734"/>
                <a:gd name="connsiteY1" fmla="*/ 1608667 h 1913467"/>
                <a:gd name="connsiteX2" fmla="*/ 3818467 w 12005734"/>
                <a:gd name="connsiteY2" fmla="*/ 1464734 h 1913467"/>
                <a:gd name="connsiteX3" fmla="*/ 6849534 w 12005734"/>
                <a:gd name="connsiteY3" fmla="*/ 1380067 h 1913467"/>
                <a:gd name="connsiteX4" fmla="*/ 7975600 w 12005734"/>
                <a:gd name="connsiteY4" fmla="*/ 1363134 h 1913467"/>
                <a:gd name="connsiteX5" fmla="*/ 9033934 w 12005734"/>
                <a:gd name="connsiteY5" fmla="*/ 1202267 h 1913467"/>
                <a:gd name="connsiteX6" fmla="*/ 10185400 w 12005734"/>
                <a:gd name="connsiteY6" fmla="*/ 804334 h 1913467"/>
                <a:gd name="connsiteX7" fmla="*/ 12005734 w 12005734"/>
                <a:gd name="connsiteY7" fmla="*/ 0 h 1913467"/>
                <a:gd name="connsiteX0-1" fmla="*/ 0 w 12005734"/>
                <a:gd name="connsiteY0-2" fmla="*/ 1913467 h 1913467"/>
                <a:gd name="connsiteX1-3" fmla="*/ 914400 w 12005734"/>
                <a:gd name="connsiteY1-4" fmla="*/ 1608667 h 1913467"/>
                <a:gd name="connsiteX2-5" fmla="*/ 3818467 w 12005734"/>
                <a:gd name="connsiteY2-6" fmla="*/ 1464734 h 1913467"/>
                <a:gd name="connsiteX3-7" fmla="*/ 6849534 w 12005734"/>
                <a:gd name="connsiteY3-8" fmla="*/ 1380067 h 1913467"/>
                <a:gd name="connsiteX4-9" fmla="*/ 7975600 w 12005734"/>
                <a:gd name="connsiteY4-10" fmla="*/ 1363134 h 1913467"/>
                <a:gd name="connsiteX5-11" fmla="*/ 9033934 w 12005734"/>
                <a:gd name="connsiteY5-12" fmla="*/ 1168273 h 1913467"/>
                <a:gd name="connsiteX6-13" fmla="*/ 10185400 w 12005734"/>
                <a:gd name="connsiteY6-14" fmla="*/ 804334 h 1913467"/>
                <a:gd name="connsiteX7-15" fmla="*/ 12005734 w 12005734"/>
                <a:gd name="connsiteY7-16" fmla="*/ 0 h 1913467"/>
                <a:gd name="connsiteX0-17" fmla="*/ 0 w 12005734"/>
                <a:gd name="connsiteY0-18" fmla="*/ 1913467 h 1913467"/>
                <a:gd name="connsiteX1-19" fmla="*/ 914400 w 12005734"/>
                <a:gd name="connsiteY1-20" fmla="*/ 1608667 h 1913467"/>
                <a:gd name="connsiteX2-21" fmla="*/ 3818467 w 12005734"/>
                <a:gd name="connsiteY2-22" fmla="*/ 1464734 h 1913467"/>
                <a:gd name="connsiteX3-23" fmla="*/ 6849534 w 12005734"/>
                <a:gd name="connsiteY3-24" fmla="*/ 1380067 h 1913467"/>
                <a:gd name="connsiteX4-25" fmla="*/ 7975600 w 12005734"/>
                <a:gd name="connsiteY4-26" fmla="*/ 1337639 h 1913467"/>
                <a:gd name="connsiteX5-27" fmla="*/ 9033934 w 12005734"/>
                <a:gd name="connsiteY5-28" fmla="*/ 1168273 h 1913467"/>
                <a:gd name="connsiteX6-29" fmla="*/ 10185400 w 12005734"/>
                <a:gd name="connsiteY6-30" fmla="*/ 804334 h 1913467"/>
                <a:gd name="connsiteX7-31" fmla="*/ 12005734 w 12005734"/>
                <a:gd name="connsiteY7-32" fmla="*/ 0 h 1913467"/>
                <a:gd name="connsiteX0-33" fmla="*/ 0 w 12014221"/>
                <a:gd name="connsiteY0-34" fmla="*/ 1879474 h 1879474"/>
                <a:gd name="connsiteX1-35" fmla="*/ 922887 w 12014221"/>
                <a:gd name="connsiteY1-36" fmla="*/ 1608667 h 1879474"/>
                <a:gd name="connsiteX2-37" fmla="*/ 3826954 w 12014221"/>
                <a:gd name="connsiteY2-38" fmla="*/ 1464734 h 1879474"/>
                <a:gd name="connsiteX3-39" fmla="*/ 6858021 w 12014221"/>
                <a:gd name="connsiteY3-40" fmla="*/ 1380067 h 1879474"/>
                <a:gd name="connsiteX4-41" fmla="*/ 7984087 w 12014221"/>
                <a:gd name="connsiteY4-42" fmla="*/ 1337639 h 1879474"/>
                <a:gd name="connsiteX5-43" fmla="*/ 9042421 w 12014221"/>
                <a:gd name="connsiteY5-44" fmla="*/ 1168273 h 1879474"/>
                <a:gd name="connsiteX6-45" fmla="*/ 10193887 w 12014221"/>
                <a:gd name="connsiteY6-46" fmla="*/ 804334 h 1879474"/>
                <a:gd name="connsiteX7-47" fmla="*/ 12014221 w 12014221"/>
                <a:gd name="connsiteY7-48" fmla="*/ 0 h 1879474"/>
                <a:gd name="connsiteX0-49" fmla="*/ 0 w 12014221"/>
                <a:gd name="connsiteY0-50" fmla="*/ 1879474 h 1879474"/>
                <a:gd name="connsiteX1-51" fmla="*/ 922887 w 12014221"/>
                <a:gd name="connsiteY1-52" fmla="*/ 1608667 h 1879474"/>
                <a:gd name="connsiteX2-53" fmla="*/ 3826954 w 12014221"/>
                <a:gd name="connsiteY2-54" fmla="*/ 1464734 h 1879474"/>
                <a:gd name="connsiteX3-55" fmla="*/ 6858021 w 12014221"/>
                <a:gd name="connsiteY3-56" fmla="*/ 1380067 h 1879474"/>
                <a:gd name="connsiteX4-57" fmla="*/ 7984087 w 12014221"/>
                <a:gd name="connsiteY4-58" fmla="*/ 1337639 h 1879474"/>
                <a:gd name="connsiteX5-59" fmla="*/ 9042421 w 12014221"/>
                <a:gd name="connsiteY5-60" fmla="*/ 1168273 h 1879474"/>
                <a:gd name="connsiteX6-61" fmla="*/ 10193887 w 12014221"/>
                <a:gd name="connsiteY6-62" fmla="*/ 804334 h 1879474"/>
                <a:gd name="connsiteX7-63" fmla="*/ 12014221 w 12014221"/>
                <a:gd name="connsiteY7-64" fmla="*/ 0 h 187947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</a:cxnLst>
              <a:rect l="l" t="t" r="r" b="b"/>
              <a:pathLst>
                <a:path w="12014221" h="1879474">
                  <a:moveTo>
                    <a:pt x="0" y="1879474"/>
                  </a:moveTo>
                  <a:cubicBezTo>
                    <a:pt x="147482" y="1798462"/>
                    <a:pt x="285061" y="1677790"/>
                    <a:pt x="922887" y="1608667"/>
                  </a:cubicBezTo>
                  <a:cubicBezTo>
                    <a:pt x="1560713" y="1539544"/>
                    <a:pt x="2837765" y="1502834"/>
                    <a:pt x="3826954" y="1464734"/>
                  </a:cubicBezTo>
                  <a:cubicBezTo>
                    <a:pt x="4816143" y="1426634"/>
                    <a:pt x="6858021" y="1380067"/>
                    <a:pt x="6858021" y="1380067"/>
                  </a:cubicBezTo>
                  <a:lnTo>
                    <a:pt x="7984087" y="1337639"/>
                  </a:lnTo>
                  <a:cubicBezTo>
                    <a:pt x="8348154" y="1308006"/>
                    <a:pt x="8674121" y="1257157"/>
                    <a:pt x="9042421" y="1168273"/>
                  </a:cubicBezTo>
                  <a:cubicBezTo>
                    <a:pt x="9410721" y="1079389"/>
                    <a:pt x="9698587" y="1004712"/>
                    <a:pt x="10193887" y="804334"/>
                  </a:cubicBezTo>
                  <a:cubicBezTo>
                    <a:pt x="10689187" y="603956"/>
                    <a:pt x="11351704" y="301978"/>
                    <a:pt x="12014221" y="0"/>
                  </a:cubicBezTo>
                </a:path>
              </a:pathLst>
            </a:custGeom>
            <a:noFill/>
            <a:ln w="12700" cap="flat" cmpd="sng" algn="ctr">
              <a:solidFill>
                <a:sysClr val="window" lastClr="FFFFFF"/>
              </a:solidFill>
              <a:prstDash val="solid"/>
              <a:miter lim="800000"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208" name="组合 1207"/>
            <p:cNvGrpSpPr/>
            <p:nvPr/>
          </p:nvGrpSpPr>
          <p:grpSpPr>
            <a:xfrm>
              <a:off x="455683" y="1319100"/>
              <a:ext cx="2754684" cy="2995890"/>
              <a:chOff x="455683" y="1132180"/>
              <a:chExt cx="2754684" cy="2995890"/>
            </a:xfrm>
          </p:grpSpPr>
          <p:cxnSp>
            <p:nvCxnSpPr>
              <p:cNvPr id="1120" name="直接连接符 1119"/>
              <p:cNvCxnSpPr/>
              <p:nvPr/>
            </p:nvCxnSpPr>
            <p:spPr>
              <a:xfrm>
                <a:off x="566753" y="3223674"/>
                <a:ext cx="0" cy="904396"/>
              </a:xfrm>
              <a:prstGeom prst="line">
                <a:avLst/>
              </a:prstGeom>
              <a:noFill/>
              <a:ln w="9525" cap="flat" cmpd="sng" algn="ctr">
                <a:gradFill>
                  <a:gsLst>
                    <a:gs pos="15000">
                      <a:schemeClr val="accent2"/>
                    </a:gs>
                    <a:gs pos="97000">
                      <a:schemeClr val="accent2">
                        <a:alpha val="0"/>
                      </a:scheme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  <p:sp>
            <p:nvSpPr>
              <p:cNvPr id="1121" name="椭圆 1120"/>
              <p:cNvSpPr/>
              <p:nvPr>
                <p:custDataLst>
                  <p:tags r:id="rId5"/>
                </p:custDataLst>
              </p:nvPr>
            </p:nvSpPr>
            <p:spPr>
              <a:xfrm>
                <a:off x="496010" y="3131235"/>
                <a:ext cx="141300" cy="1413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ysClr val="window" lastClr="FFFFFF"/>
                </a:solidFill>
              </a:ln>
              <a:effectLst>
                <a:outerShdw blurRad="50800" dist="38100" dir="5400000" algn="t" rotWithShape="0">
                  <a:prstClr val="black">
                    <a:alpha val="25000"/>
                  </a:prstClr>
                </a:outerShdw>
              </a:effectLst>
            </p:spPr>
            <p:txBody>
              <a:bodyPr wrap="square" rtlCol="0" anchor="ctr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OPPOSans L" panose="00020600040101010101" pitchFamily="18" charset="-122"/>
                  <a:ea typeface="OPPOSans L" panose="00020600040101010101" pitchFamily="18" charset="-122"/>
                  <a:sym typeface="OPPOSans L" panose="00020600040101010101" pitchFamily="18" charset="-122"/>
                </a:endParaRPr>
              </a:p>
            </p:txBody>
          </p:sp>
          <p:grpSp>
            <p:nvGrpSpPr>
              <p:cNvPr id="1207" name="组合 1206"/>
              <p:cNvGrpSpPr/>
              <p:nvPr/>
            </p:nvGrpSpPr>
            <p:grpSpPr>
              <a:xfrm>
                <a:off x="686506" y="2889396"/>
                <a:ext cx="2522847" cy="977969"/>
                <a:chOff x="711906" y="2838596"/>
                <a:chExt cx="2522847" cy="977969"/>
              </a:xfrm>
            </p:grpSpPr>
            <p:sp>
              <p:nvSpPr>
                <p:cNvPr id="20" name="文本框 19"/>
                <p:cNvSpPr txBox="1"/>
                <p:nvPr/>
              </p:nvSpPr>
              <p:spPr>
                <a:xfrm>
                  <a:off x="711906" y="2838596"/>
                  <a:ext cx="2364153" cy="525427"/>
                </a:xfrm>
                <a:prstGeom prst="rect">
                  <a:avLst/>
                </a:prstGeom>
                <a:noFill/>
              </p:spPr>
              <p:txBody>
                <a:bodyPr wrap="square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lang="zh-CN" altLang="en-US" sz="2800" dirty="0">
                      <a:ln w="6858">
                        <a:noFill/>
                      </a:ln>
                      <a:gradFill>
                        <a:gsLst>
                          <a:gs pos="6000">
                            <a:schemeClr val="accent1"/>
                          </a:gs>
                          <a:gs pos="95000">
                            <a:schemeClr val="accent2"/>
                          </a:gs>
                        </a:gsLst>
                        <a:lin ang="0" scaled="1"/>
                      </a:gradFill>
                      <a:effectLst>
                        <a:outerShdw blurRad="68580" dist="38100" dir="5400000" algn="t" rotWithShape="0">
                          <a:schemeClr val="accent2">
                            <a:alpha val="0"/>
                          </a:schemeClr>
                        </a:outerShdw>
                      </a:effectLst>
                      <a:latin typeface="演示镇魂行楷" panose="00000500000000000000" pitchFamily="2" charset="-122"/>
                      <a:ea typeface="演示镇魂行楷" panose="00000500000000000000" pitchFamily="2" charset="-122"/>
                      <a:cs typeface="演示流云楷" panose="02000600000000000000" pitchFamily="2" charset="-122"/>
                    </a:rPr>
                    <a:t>农户合作落地</a:t>
                  </a:r>
                  <a:endParaRPr lang="zh-CN" altLang="en-US" sz="2800" dirty="0">
                    <a:ln w="6858">
                      <a:noFill/>
                    </a:ln>
                    <a:gradFill>
                      <a:gsLst>
                        <a:gs pos="6000">
                          <a:schemeClr val="accent1"/>
                        </a:gs>
                        <a:gs pos="95000">
                          <a:schemeClr val="accent2"/>
                        </a:gs>
                      </a:gsLst>
                      <a:lin ang="0" scaled="1"/>
                    </a:gradFill>
                    <a:effectLst>
                      <a:outerShdw blurRad="68580" dist="38100" dir="5400000" algn="t" rotWithShape="0">
                        <a:schemeClr val="accent2">
                          <a:alpha val="0"/>
                        </a:schemeClr>
                      </a:outerShdw>
                    </a:effectLst>
                    <a:latin typeface="演示镇魂行楷" panose="00000500000000000000" pitchFamily="2" charset="-122"/>
                    <a:ea typeface="演示镇魂行楷" panose="00000500000000000000" pitchFamily="2" charset="-122"/>
                    <a:cs typeface="演示流云楷" panose="02000600000000000000" pitchFamily="2" charset="-122"/>
                  </a:endParaRPr>
                </a:p>
              </p:txBody>
            </p:sp>
            <p:sp>
              <p:nvSpPr>
                <p:cNvPr id="21" name="文本框 20"/>
                <p:cNvSpPr txBox="1"/>
                <p:nvPr/>
              </p:nvSpPr>
              <p:spPr>
                <a:xfrm>
                  <a:off x="711906" y="3364023"/>
                  <a:ext cx="2522847" cy="452542"/>
                </a:xfrm>
                <a:prstGeom prst="rect">
                  <a:avLst/>
                </a:prstGeom>
                <a:noFill/>
              </p:spPr>
              <p:txBody>
                <a:bodyPr wrap="square">
                  <a:noAutofit/>
                </a:bodyPr>
                <a:lstStyle/>
                <a:p>
                  <a:pPr>
                    <a:defRPr/>
                  </a:pPr>
                  <a:r>
                    <a:rPr lang="zh-CN" altLang="en-US" sz="2000" b="1" kern="0" dirty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Times New Roman" panose="02020603050405020304" charset="0"/>
                    </a:rPr>
                    <a:t>已完成</a:t>
                  </a:r>
                  <a:r>
                    <a:rPr lang="en-US" altLang="zh-CN" sz="2000" b="1" kern="0" dirty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Times New Roman" panose="02020603050405020304" charset="0"/>
                    </a:rPr>
                    <a:t> 2 </a:t>
                  </a:r>
                  <a:r>
                    <a:rPr lang="zh-CN" altLang="en-US" sz="2000" b="1" kern="0" dirty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Times New Roman" panose="02020603050405020304" charset="0"/>
                    </a:rPr>
                    <a:t>户农户</a:t>
                  </a:r>
                  <a:r>
                    <a:rPr lang="zh-CN" altLang="en-US" sz="2000" b="1" kern="0" dirty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Times New Roman" panose="02020603050405020304" charset="0"/>
                    </a:rPr>
                    <a:t>签约</a:t>
                  </a:r>
                  <a:endParaRPr lang="zh-CN" altLang="en-US" sz="2000" b="1" kern="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 charset="0"/>
                  </a:endParaRPr>
                </a:p>
              </p:txBody>
            </p:sp>
          </p:grpSp>
          <p:sp>
            <p:nvSpPr>
              <p:cNvPr id="17" name="椭圆 16"/>
              <p:cNvSpPr/>
              <p:nvPr>
                <p:custDataLst>
                  <p:tags r:id="rId6"/>
                </p:custDataLst>
              </p:nvPr>
            </p:nvSpPr>
            <p:spPr>
              <a:xfrm rot="181976">
                <a:off x="455683" y="3872035"/>
                <a:ext cx="195304" cy="195304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ysClr val="window" lastClr="FFFFFF"/>
                </a:solidFill>
              </a:ln>
              <a:effectLst>
                <a:outerShdw blurRad="50800" dist="38100" dir="5400000" algn="t" rotWithShape="0">
                  <a:prstClr val="black">
                    <a:alpha val="25000"/>
                  </a:prstClr>
                </a:outerShdw>
              </a:effectLst>
            </p:spPr>
            <p:txBody>
              <a:bodyPr wrap="square" rtlCol="0" anchor="ctr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OPPOSans L" panose="00020600040101010101" pitchFamily="18" charset="-122"/>
                  <a:ea typeface="OPPOSans L" panose="00020600040101010101" pitchFamily="18" charset="-122"/>
                  <a:sym typeface="OPPOSans L" panose="00020600040101010101" pitchFamily="18" charset="-122"/>
                </a:endParaRPr>
              </a:p>
            </p:txBody>
          </p:sp>
          <p:grpSp>
            <p:nvGrpSpPr>
              <p:cNvPr id="1206" name="组合 1205"/>
              <p:cNvGrpSpPr/>
              <p:nvPr/>
            </p:nvGrpSpPr>
            <p:grpSpPr>
              <a:xfrm>
                <a:off x="495327" y="1132180"/>
                <a:ext cx="2715040" cy="1793249"/>
                <a:chOff x="495327" y="1132180"/>
                <a:chExt cx="1965297" cy="1298053"/>
              </a:xfrm>
            </p:grpSpPr>
            <p:sp>
              <p:nvSpPr>
                <p:cNvPr id="1123" name="矩形 1122"/>
                <p:cNvSpPr/>
                <p:nvPr/>
              </p:nvSpPr>
              <p:spPr>
                <a:xfrm>
                  <a:off x="495327" y="1132180"/>
                  <a:ext cx="1965297" cy="1298053"/>
                </a:xfrm>
                <a:prstGeom prst="rect">
                  <a:avLst/>
                </a:prstGeom>
                <a:solidFill>
                  <a:sysClr val="window" lastClr="FFFFFF"/>
                </a:solidFill>
                <a:ln w="15558" cap="flat" cmpd="sng" algn="ctr">
                  <a:gradFill>
                    <a:gsLst>
                      <a:gs pos="0">
                        <a:schemeClr val="accent2"/>
                      </a:gs>
                      <a:gs pos="96000">
                        <a:schemeClr val="accent1">
                          <a:alpha val="0"/>
                        </a:schemeClr>
                      </a:gs>
                    </a:gsLst>
                    <a:lin ang="5400000" scaled="1"/>
                  </a:gradFill>
                  <a:prstDash val="solid"/>
                  <a:miter lim="800000"/>
                </a:ln>
                <a:effectLst/>
              </p:spPr>
              <p:txBody>
                <a:bodyPr lIns="89611" tIns="44806" rIns="89611" bIns="44806" rtlCol="0" anchor="ctr"/>
                <a:lstStyle/>
                <a:p>
                  <a:pPr algn="ctr"/>
                  <a:endParaRPr lang="zh-CN" altLang="en-US" sz="1765" kern="0" dirty="0">
                    <a:solidFill>
                      <a:prstClr val="white"/>
                    </a:solidFill>
                    <a:latin typeface="Arial Narrow" panose="020B0606020202030204"/>
                    <a:ea typeface="微软雅黑" panose="020B0503020204020204" charset="-122"/>
                  </a:endParaRPr>
                </a:p>
              </p:txBody>
            </p:sp>
            <p:pic>
              <p:nvPicPr>
                <p:cNvPr id="1125" name="图片 1124" descr="D:/图片/微信图片_20260227201930_755_7.png微信图片_20260227201930_755_7"/>
                <p:cNvPicPr>
                  <a:picLocks noChangeAspect="1"/>
                </p:cNvPicPr>
                <p:nvPr/>
              </p:nvPicPr>
              <p:blipFill>
                <a:blip r:embed="rId7"/>
                <a:srcRect t="22127" b="22127"/>
                <a:stretch>
                  <a:fillRect/>
                </a:stretch>
              </p:blipFill>
              <p:spPr>
                <a:xfrm>
                  <a:off x="551526" y="1185831"/>
                  <a:ext cx="1852898" cy="1190750"/>
                </a:xfrm>
                <a:prstGeom prst="rect">
                  <a:avLst/>
                </a:prstGeom>
                <a:ln>
                  <a:solidFill>
                    <a:sysClr val="window" lastClr="FFFFFF">
                      <a:lumMod val="85000"/>
                    </a:sysClr>
                  </a:solidFill>
                </a:ln>
              </p:spPr>
            </p:pic>
          </p:grpSp>
        </p:grpSp>
        <p:grpSp>
          <p:nvGrpSpPr>
            <p:cNvPr id="1220" name="组合 1219"/>
            <p:cNvGrpSpPr/>
            <p:nvPr/>
          </p:nvGrpSpPr>
          <p:grpSpPr>
            <a:xfrm>
              <a:off x="3375755" y="1320171"/>
              <a:ext cx="2755543" cy="3019665"/>
              <a:chOff x="3504836" y="1133251"/>
              <a:chExt cx="2755543" cy="3019665"/>
            </a:xfrm>
          </p:grpSpPr>
          <p:cxnSp>
            <p:nvCxnSpPr>
              <p:cNvPr id="1211" name="直接连接符 1210"/>
              <p:cNvCxnSpPr/>
              <p:nvPr/>
            </p:nvCxnSpPr>
            <p:spPr>
              <a:xfrm>
                <a:off x="3615905" y="3224745"/>
                <a:ext cx="0" cy="904396"/>
              </a:xfrm>
              <a:prstGeom prst="line">
                <a:avLst/>
              </a:prstGeom>
              <a:noFill/>
              <a:ln w="9525" cap="flat" cmpd="sng" algn="ctr">
                <a:gradFill>
                  <a:gsLst>
                    <a:gs pos="15000">
                      <a:schemeClr val="accent2"/>
                    </a:gs>
                    <a:gs pos="97000">
                      <a:schemeClr val="accent2">
                        <a:alpha val="0"/>
                      </a:scheme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  <p:sp>
            <p:nvSpPr>
              <p:cNvPr id="1212" name="椭圆 1211"/>
              <p:cNvSpPr/>
              <p:nvPr>
                <p:custDataLst>
                  <p:tags r:id="rId8"/>
                </p:custDataLst>
              </p:nvPr>
            </p:nvSpPr>
            <p:spPr>
              <a:xfrm>
                <a:off x="3545162" y="3132306"/>
                <a:ext cx="141300" cy="1413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ysClr val="window" lastClr="FFFFFF"/>
                </a:solidFill>
              </a:ln>
              <a:effectLst>
                <a:outerShdw blurRad="50800" dist="38100" dir="5400000" algn="t" rotWithShape="0">
                  <a:prstClr val="black">
                    <a:alpha val="25000"/>
                  </a:prstClr>
                </a:outerShdw>
              </a:effectLst>
            </p:spPr>
            <p:txBody>
              <a:bodyPr wrap="square" rtlCol="0" anchor="ctr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OPPOSans L" panose="00020600040101010101" pitchFamily="18" charset="-122"/>
                  <a:ea typeface="OPPOSans L" panose="00020600040101010101" pitchFamily="18" charset="-122"/>
                  <a:sym typeface="OPPOSans L" panose="00020600040101010101" pitchFamily="18" charset="-122"/>
                </a:endParaRPr>
              </a:p>
            </p:txBody>
          </p:sp>
          <p:grpSp>
            <p:nvGrpSpPr>
              <p:cNvPr id="1213" name="组合 1212"/>
              <p:cNvGrpSpPr/>
              <p:nvPr/>
            </p:nvGrpSpPr>
            <p:grpSpPr>
              <a:xfrm>
                <a:off x="3735658" y="2890467"/>
                <a:ext cx="2524721" cy="976880"/>
                <a:chOff x="711906" y="2838596"/>
                <a:chExt cx="2524721" cy="976880"/>
              </a:xfrm>
            </p:grpSpPr>
            <p:sp>
              <p:nvSpPr>
                <p:cNvPr id="1218" name="文本框 1217"/>
                <p:cNvSpPr txBox="1"/>
                <p:nvPr/>
              </p:nvSpPr>
              <p:spPr>
                <a:xfrm>
                  <a:off x="711906" y="2838596"/>
                  <a:ext cx="2333539" cy="454173"/>
                </a:xfrm>
                <a:prstGeom prst="rect">
                  <a:avLst/>
                </a:prstGeom>
                <a:noFill/>
              </p:spPr>
              <p:txBody>
                <a:bodyPr wrap="square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lang="zh-CN" altLang="en-US" sz="2800" dirty="0">
                      <a:ln w="6858">
                        <a:noFill/>
                      </a:ln>
                      <a:gradFill>
                        <a:gsLst>
                          <a:gs pos="6000">
                            <a:schemeClr val="accent1"/>
                          </a:gs>
                          <a:gs pos="95000">
                            <a:schemeClr val="accent2"/>
                          </a:gs>
                        </a:gsLst>
                        <a:lin ang="0" scaled="1"/>
                      </a:gradFill>
                      <a:effectLst>
                        <a:outerShdw blurRad="68580" dist="38100" dir="5400000" algn="t" rotWithShape="0">
                          <a:schemeClr val="accent2">
                            <a:alpha val="0"/>
                          </a:schemeClr>
                        </a:outerShdw>
                      </a:effectLst>
                      <a:latin typeface="演示镇魂行楷" panose="00000500000000000000" pitchFamily="2" charset="-122"/>
                      <a:ea typeface="演示镇魂行楷" panose="00000500000000000000" pitchFamily="2" charset="-122"/>
                      <a:cs typeface="演示流云楷" panose="02000600000000000000" pitchFamily="2" charset="-122"/>
                    </a:rPr>
                    <a:t>红色资源对接</a:t>
                  </a:r>
                  <a:endParaRPr lang="zh-CN" altLang="en-US" sz="3600" dirty="0">
                    <a:ln w="6858">
                      <a:noFill/>
                    </a:ln>
                    <a:gradFill>
                      <a:gsLst>
                        <a:gs pos="6000">
                          <a:schemeClr val="accent1"/>
                        </a:gs>
                        <a:gs pos="95000">
                          <a:schemeClr val="accent2"/>
                        </a:gs>
                      </a:gsLst>
                      <a:lin ang="0" scaled="1"/>
                    </a:gradFill>
                    <a:effectLst>
                      <a:outerShdw blurRad="68580" dist="38100" dir="5400000" algn="t" rotWithShape="0">
                        <a:schemeClr val="accent2">
                          <a:alpha val="0"/>
                        </a:schemeClr>
                      </a:outerShdw>
                    </a:effectLst>
                    <a:latin typeface="演示镇魂行楷" panose="00000500000000000000" pitchFamily="2" charset="-122"/>
                    <a:ea typeface="演示镇魂行楷" panose="00000500000000000000" pitchFamily="2" charset="-122"/>
                    <a:cs typeface="演示流云楷" panose="02000600000000000000" pitchFamily="2" charset="-122"/>
                  </a:endParaRPr>
                </a:p>
              </p:txBody>
            </p:sp>
            <p:sp>
              <p:nvSpPr>
                <p:cNvPr id="1219" name="文本框 1218"/>
                <p:cNvSpPr txBox="1"/>
                <p:nvPr/>
              </p:nvSpPr>
              <p:spPr>
                <a:xfrm>
                  <a:off x="731274" y="3292769"/>
                  <a:ext cx="2505353" cy="522707"/>
                </a:xfrm>
                <a:prstGeom prst="rect">
                  <a:avLst/>
                </a:prstGeom>
                <a:noFill/>
              </p:spPr>
              <p:txBody>
                <a:bodyPr wrap="square">
                  <a:noAutofit/>
                </a:bodyPr>
                <a:lstStyle/>
                <a:p>
                  <a:pPr>
                    <a:defRPr/>
                  </a:pPr>
                  <a:r>
                    <a:rPr lang="zh-CN" altLang="en-US" sz="2000" b="1" kern="0" dirty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Times New Roman" panose="02020603050405020304" charset="0"/>
                    </a:rPr>
                    <a:t>完成</a:t>
                  </a:r>
                  <a:r>
                    <a:rPr lang="en-US" altLang="zh-CN" sz="2000" b="1" kern="0" dirty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Times New Roman" panose="02020603050405020304" charset="0"/>
                    </a:rPr>
                    <a:t> 3 </a:t>
                  </a:r>
                  <a:r>
                    <a:rPr lang="zh-CN" altLang="en-US" sz="2000" b="1" kern="0" dirty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Times New Roman" panose="02020603050405020304" charset="0"/>
                    </a:rPr>
                    <a:t>场东固红色金融主题宣讲试点</a:t>
                  </a:r>
                  <a:endParaRPr lang="zh-CN" altLang="en-US" sz="2000" b="1" kern="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 charset="0"/>
                  </a:endParaRPr>
                </a:p>
              </p:txBody>
            </p:sp>
          </p:grpSp>
          <p:sp>
            <p:nvSpPr>
              <p:cNvPr id="1214" name="椭圆 1213"/>
              <p:cNvSpPr/>
              <p:nvPr>
                <p:custDataLst>
                  <p:tags r:id="rId9"/>
                </p:custDataLst>
              </p:nvPr>
            </p:nvSpPr>
            <p:spPr>
              <a:xfrm rot="181976">
                <a:off x="3504836" y="3957612"/>
                <a:ext cx="195304" cy="195304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ysClr val="window" lastClr="FFFFFF"/>
                </a:solidFill>
              </a:ln>
              <a:effectLst>
                <a:outerShdw blurRad="50800" dist="38100" dir="5400000" algn="t" rotWithShape="0">
                  <a:prstClr val="black">
                    <a:alpha val="25000"/>
                  </a:prstClr>
                </a:outerShdw>
              </a:effectLst>
            </p:spPr>
            <p:txBody>
              <a:bodyPr wrap="square" rtlCol="0" anchor="ctr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OPPOSans L" panose="00020600040101010101" pitchFamily="18" charset="-122"/>
                  <a:ea typeface="OPPOSans L" panose="00020600040101010101" pitchFamily="18" charset="-122"/>
                  <a:sym typeface="OPPOSans L" panose="00020600040101010101" pitchFamily="18" charset="-122"/>
                </a:endParaRPr>
              </a:p>
            </p:txBody>
          </p:sp>
          <p:grpSp>
            <p:nvGrpSpPr>
              <p:cNvPr id="1215" name="组合 1214"/>
              <p:cNvGrpSpPr/>
              <p:nvPr/>
            </p:nvGrpSpPr>
            <p:grpSpPr>
              <a:xfrm>
                <a:off x="3544479" y="1133251"/>
                <a:ext cx="2715040" cy="1793249"/>
                <a:chOff x="495327" y="1132180"/>
                <a:chExt cx="1965297" cy="1298053"/>
              </a:xfrm>
            </p:grpSpPr>
            <p:sp>
              <p:nvSpPr>
                <p:cNvPr id="1216" name="矩形 1215"/>
                <p:cNvSpPr/>
                <p:nvPr/>
              </p:nvSpPr>
              <p:spPr>
                <a:xfrm>
                  <a:off x="495327" y="1132180"/>
                  <a:ext cx="1965297" cy="1298053"/>
                </a:xfrm>
                <a:prstGeom prst="rect">
                  <a:avLst/>
                </a:prstGeom>
                <a:solidFill>
                  <a:sysClr val="window" lastClr="FFFFFF"/>
                </a:solidFill>
                <a:ln w="15558" cap="flat" cmpd="sng" algn="ctr">
                  <a:gradFill>
                    <a:gsLst>
                      <a:gs pos="0">
                        <a:schemeClr val="accent2"/>
                      </a:gs>
                      <a:gs pos="96000">
                        <a:schemeClr val="accent1">
                          <a:alpha val="0"/>
                        </a:schemeClr>
                      </a:gs>
                    </a:gsLst>
                    <a:lin ang="5400000" scaled="1"/>
                  </a:gradFill>
                  <a:prstDash val="solid"/>
                  <a:miter lim="800000"/>
                </a:ln>
                <a:effectLst/>
              </p:spPr>
              <p:txBody>
                <a:bodyPr lIns="89611" tIns="44806" rIns="89611" bIns="44806" rtlCol="0" anchor="ctr"/>
                <a:lstStyle/>
                <a:p>
                  <a:pPr algn="ctr"/>
                  <a:endParaRPr lang="zh-CN" altLang="en-US" sz="1765" kern="0" dirty="0">
                    <a:solidFill>
                      <a:prstClr val="white"/>
                    </a:solidFill>
                    <a:latin typeface="Arial Narrow" panose="020B0606020202030204"/>
                    <a:ea typeface="微软雅黑" panose="020B0503020204020204" charset="-122"/>
                  </a:endParaRPr>
                </a:p>
              </p:txBody>
            </p:sp>
            <p:pic>
              <p:nvPicPr>
                <p:cNvPr id="1217" name="图片 1216" descr="D:/图片/微信图片_20260227201932_756_7.png微信图片_20260227201932_756_7"/>
                <p:cNvPicPr>
                  <a:picLocks noChangeAspect="1"/>
                </p:cNvPicPr>
                <p:nvPr/>
              </p:nvPicPr>
              <p:blipFill>
                <a:blip r:embed="rId10"/>
                <a:srcRect t="2344" b="2344"/>
                <a:stretch>
                  <a:fillRect/>
                </a:stretch>
              </p:blipFill>
              <p:spPr>
                <a:xfrm>
                  <a:off x="551526" y="1209280"/>
                  <a:ext cx="1852898" cy="1143852"/>
                </a:xfrm>
                <a:prstGeom prst="rect">
                  <a:avLst/>
                </a:prstGeom>
                <a:ln>
                  <a:solidFill>
                    <a:sysClr val="window" lastClr="FFFFFF">
                      <a:lumMod val="85000"/>
                    </a:sysClr>
                  </a:solidFill>
                </a:ln>
              </p:spPr>
            </p:pic>
          </p:grpSp>
        </p:grpSp>
        <p:cxnSp>
          <p:nvCxnSpPr>
            <p:cNvPr id="1222" name="直接连接符 1221"/>
            <p:cNvCxnSpPr/>
            <p:nvPr/>
          </p:nvCxnSpPr>
          <p:spPr>
            <a:xfrm>
              <a:off x="6428993" y="3411665"/>
              <a:ext cx="0" cy="904396"/>
            </a:xfrm>
            <a:prstGeom prst="line">
              <a:avLst/>
            </a:prstGeom>
            <a:noFill/>
            <a:ln w="9525" cap="flat" cmpd="sng" algn="ctr">
              <a:gradFill>
                <a:gsLst>
                  <a:gs pos="15000">
                    <a:schemeClr val="accent2"/>
                  </a:gs>
                  <a:gs pos="97000">
                    <a:schemeClr val="accent2">
                      <a:alpha val="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sp>
          <p:nvSpPr>
            <p:cNvPr id="1223" name="椭圆 1222"/>
            <p:cNvSpPr/>
            <p:nvPr>
              <p:custDataLst>
                <p:tags r:id="rId11"/>
              </p:custDataLst>
            </p:nvPr>
          </p:nvSpPr>
          <p:spPr>
            <a:xfrm>
              <a:off x="6358250" y="3319226"/>
              <a:ext cx="141300" cy="1413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ysClr val="window" lastClr="FFFFFF"/>
              </a:solidFill>
            </a:ln>
            <a:effectLst>
              <a:outerShdw blurRad="50800" dist="38100" dir="5400000" algn="t" rotWithShape="0">
                <a:prstClr val="black">
                  <a:alpha val="25000"/>
                </a:prstClr>
              </a:outerShdw>
            </a:effectLst>
          </p:spPr>
          <p:txBody>
            <a:bodyPr wrap="square" rtlCol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OPPOSans L" panose="00020600040101010101" pitchFamily="18" charset="-122"/>
                <a:ea typeface="OPPOSans L" panose="00020600040101010101" pitchFamily="18" charset="-122"/>
                <a:sym typeface="OPPOSans L" panose="00020600040101010101" pitchFamily="18" charset="-122"/>
              </a:endParaRPr>
            </a:p>
          </p:txBody>
        </p:sp>
        <p:sp>
          <p:nvSpPr>
            <p:cNvPr id="1229" name="文本框 1228"/>
            <p:cNvSpPr txBox="1"/>
            <p:nvPr/>
          </p:nvSpPr>
          <p:spPr>
            <a:xfrm>
              <a:off x="6548746" y="3077387"/>
              <a:ext cx="2591594" cy="44710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800" dirty="0">
                  <a:ln w="6858">
                    <a:noFill/>
                  </a:ln>
                  <a:gradFill>
                    <a:gsLst>
                      <a:gs pos="6000">
                        <a:schemeClr val="accent1"/>
                      </a:gs>
                      <a:gs pos="95000">
                        <a:schemeClr val="accent2"/>
                      </a:gs>
                    </a:gsLst>
                    <a:lin ang="0" scaled="1"/>
                  </a:gradFill>
                  <a:effectLst>
                    <a:outerShdw blurRad="68580" dist="38100" dir="5400000" algn="t" rotWithShape="0">
                      <a:schemeClr val="accent2">
                        <a:alpha val="0"/>
                      </a:schemeClr>
                    </a:outerShdw>
                  </a:effectLst>
                  <a:latin typeface="演示镇魂行楷" panose="00000500000000000000" pitchFamily="2" charset="-122"/>
                  <a:ea typeface="演示镇魂行楷" panose="00000500000000000000" pitchFamily="2" charset="-122"/>
                  <a:cs typeface="演示流云楷" panose="02000600000000000000" pitchFamily="2" charset="-122"/>
                </a:rPr>
                <a:t>调研数据支撑</a:t>
              </a:r>
              <a:endParaRPr lang="zh-CN" altLang="en-US" sz="2800" dirty="0">
                <a:ln w="6858">
                  <a:noFill/>
                </a:ln>
                <a:gradFill>
                  <a:gsLst>
                    <a:gs pos="6000">
                      <a:schemeClr val="accent1"/>
                    </a:gs>
                    <a:gs pos="95000">
                      <a:schemeClr val="accent2"/>
                    </a:gs>
                  </a:gsLst>
                  <a:lin ang="0" scaled="1"/>
                </a:gradFill>
                <a:effectLst>
                  <a:outerShdw blurRad="68580" dist="38100" dir="5400000" algn="t" rotWithShape="0">
                    <a:schemeClr val="accent2">
                      <a:alpha val="0"/>
                    </a:schemeClr>
                  </a:outerShdw>
                </a:effectLst>
                <a:latin typeface="演示镇魂行楷" panose="00000500000000000000" pitchFamily="2" charset="-122"/>
                <a:ea typeface="演示镇魂行楷" panose="00000500000000000000" pitchFamily="2" charset="-122"/>
                <a:cs typeface="演示流云楷" panose="02000600000000000000" pitchFamily="2" charset="-122"/>
              </a:endParaRPr>
            </a:p>
          </p:txBody>
        </p:sp>
        <p:sp>
          <p:nvSpPr>
            <p:cNvPr id="1230" name="文本框 1229"/>
            <p:cNvSpPr txBox="1"/>
            <p:nvPr/>
          </p:nvSpPr>
          <p:spPr>
            <a:xfrm>
              <a:off x="6567997" y="3646934"/>
              <a:ext cx="2803165" cy="3415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zh-CN" altLang="en-US" sz="2000" b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charset="0"/>
                </a:rPr>
                <a:t>回收有效问卷</a:t>
              </a:r>
              <a:r>
                <a:rPr lang="en-US" altLang="zh-CN" sz="2000" b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charset="0"/>
                </a:rPr>
                <a:t> 468 </a:t>
              </a:r>
              <a:r>
                <a:rPr lang="zh-CN" altLang="en-US" sz="2000" b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charset="0"/>
                </a:rPr>
                <a:t>份</a:t>
              </a:r>
              <a:endParaRPr lang="zh-CN" altLang="en-US" sz="20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endParaRPr>
            </a:p>
          </p:txBody>
        </p:sp>
        <p:sp>
          <p:nvSpPr>
            <p:cNvPr id="1225" name="椭圆 1224"/>
            <p:cNvSpPr/>
            <p:nvPr>
              <p:custDataLst>
                <p:tags r:id="rId12"/>
              </p:custDataLst>
            </p:nvPr>
          </p:nvSpPr>
          <p:spPr>
            <a:xfrm rot="181976">
              <a:off x="6317923" y="4262878"/>
              <a:ext cx="195304" cy="195304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ysClr val="window" lastClr="FFFFFF"/>
              </a:solidFill>
            </a:ln>
            <a:effectLst>
              <a:outerShdw blurRad="50800" dist="38100" dir="5400000" algn="t" rotWithShape="0">
                <a:prstClr val="black">
                  <a:alpha val="25000"/>
                </a:prstClr>
              </a:outerShdw>
            </a:effectLst>
          </p:spPr>
          <p:txBody>
            <a:bodyPr wrap="square" rtlCol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OPPOSans L" panose="00020600040101010101" pitchFamily="18" charset="-122"/>
                <a:ea typeface="OPPOSans L" panose="00020600040101010101" pitchFamily="18" charset="-122"/>
                <a:sym typeface="OPPOSans L" panose="00020600040101010101" pitchFamily="18" charset="-122"/>
              </a:endParaRPr>
            </a:p>
          </p:txBody>
        </p:sp>
        <p:grpSp>
          <p:nvGrpSpPr>
            <p:cNvPr id="1226" name="组合 1225"/>
            <p:cNvGrpSpPr/>
            <p:nvPr/>
          </p:nvGrpSpPr>
          <p:grpSpPr>
            <a:xfrm>
              <a:off x="6357567" y="1320171"/>
              <a:ext cx="2715040" cy="1793249"/>
              <a:chOff x="495327" y="1132180"/>
              <a:chExt cx="1965297" cy="1298053"/>
            </a:xfrm>
          </p:grpSpPr>
          <p:sp>
            <p:nvSpPr>
              <p:cNvPr id="1227" name="矩形 1226"/>
              <p:cNvSpPr/>
              <p:nvPr/>
            </p:nvSpPr>
            <p:spPr>
              <a:xfrm>
                <a:off x="495327" y="1132180"/>
                <a:ext cx="1965297" cy="1298053"/>
              </a:xfrm>
              <a:prstGeom prst="rect">
                <a:avLst/>
              </a:prstGeom>
              <a:solidFill>
                <a:sysClr val="window" lastClr="FFFFFF"/>
              </a:solidFill>
              <a:ln w="15558" cap="flat" cmpd="sng" algn="ctr">
                <a:gradFill>
                  <a:gsLst>
                    <a:gs pos="0">
                      <a:schemeClr val="accent2"/>
                    </a:gs>
                    <a:gs pos="96000">
                      <a:schemeClr val="accent1">
                        <a:alpha val="0"/>
                      </a:scheme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  <p:txBody>
              <a:bodyPr lIns="89611" tIns="44806" rIns="89611" bIns="44806" rtlCol="0" anchor="ctr"/>
              <a:lstStyle/>
              <a:p>
                <a:pPr algn="ctr"/>
                <a:endParaRPr lang="zh-CN" altLang="en-US" sz="1765" kern="0" dirty="0">
                  <a:solidFill>
                    <a:prstClr val="white"/>
                  </a:solidFill>
                  <a:latin typeface="Arial Narrow" panose="020B0606020202030204"/>
                  <a:ea typeface="微软雅黑" panose="020B0503020204020204" charset="-122"/>
                </a:endParaRPr>
              </a:p>
            </p:txBody>
          </p:sp>
          <p:pic>
            <p:nvPicPr>
              <p:cNvPr id="1228" name="图片 1227" descr="D:/图片/微信图片_20260227201933_757_7.png微信图片_20260227201933_757_7"/>
              <p:cNvPicPr>
                <a:picLocks noChangeAspect="1"/>
              </p:cNvPicPr>
              <p:nvPr/>
            </p:nvPicPr>
            <p:blipFill>
              <a:blip r:embed="rId13"/>
              <a:srcRect l="11019" r="11019"/>
              <a:stretch>
                <a:fillRect/>
              </a:stretch>
            </p:blipFill>
            <p:spPr>
              <a:xfrm>
                <a:off x="551526" y="1209281"/>
                <a:ext cx="1852898" cy="1143852"/>
              </a:xfrm>
              <a:prstGeom prst="rect">
                <a:avLst/>
              </a:prstGeom>
              <a:ln>
                <a:solidFill>
                  <a:sysClr val="window" lastClr="FFFFFF">
                    <a:lumMod val="85000"/>
                  </a:sysClr>
                </a:solidFill>
              </a:ln>
            </p:spPr>
          </p:pic>
        </p:grpSp>
        <p:grpSp>
          <p:nvGrpSpPr>
            <p:cNvPr id="1232" name="Group 1230+"/>
            <p:cNvGrpSpPr/>
            <p:nvPr/>
          </p:nvGrpSpPr>
          <p:grpSpPr>
            <a:xfrm>
              <a:off x="9222217" y="1320171"/>
              <a:ext cx="2822417" cy="3121077"/>
              <a:chOff x="6317923" y="1133251"/>
              <a:chExt cx="2822417" cy="3121077"/>
            </a:xfrm>
          </p:grpSpPr>
          <p:cxnSp>
            <p:nvCxnSpPr>
              <p:cNvPr id="1233" name="直接连接符 1232"/>
              <p:cNvCxnSpPr/>
              <p:nvPr/>
            </p:nvCxnSpPr>
            <p:spPr>
              <a:xfrm>
                <a:off x="6428993" y="3224745"/>
                <a:ext cx="0" cy="904396"/>
              </a:xfrm>
              <a:prstGeom prst="line">
                <a:avLst/>
              </a:prstGeom>
              <a:noFill/>
              <a:ln w="9525" cap="flat" cmpd="sng" algn="ctr">
                <a:gradFill>
                  <a:gsLst>
                    <a:gs pos="15000">
                      <a:schemeClr val="accent2"/>
                    </a:gs>
                    <a:gs pos="97000">
                      <a:schemeClr val="accent2">
                        <a:alpha val="0"/>
                      </a:scheme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  <p:sp>
            <p:nvSpPr>
              <p:cNvPr id="1234" name="椭圆 1233"/>
              <p:cNvSpPr/>
              <p:nvPr>
                <p:custDataLst>
                  <p:tags r:id="rId14"/>
                </p:custDataLst>
              </p:nvPr>
            </p:nvSpPr>
            <p:spPr>
              <a:xfrm>
                <a:off x="6358250" y="3132306"/>
                <a:ext cx="141300" cy="1413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ysClr val="window" lastClr="FFFFFF"/>
                </a:solidFill>
              </a:ln>
              <a:effectLst>
                <a:outerShdw blurRad="50800" dist="38100" dir="5400000" algn="t" rotWithShape="0">
                  <a:prstClr val="black">
                    <a:alpha val="25000"/>
                  </a:prstClr>
                </a:outerShdw>
              </a:effectLst>
            </p:spPr>
            <p:txBody>
              <a:bodyPr wrap="square" rtlCol="0" anchor="ctr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OPPOSans L" panose="00020600040101010101" pitchFamily="18" charset="-122"/>
                  <a:ea typeface="OPPOSans L" panose="00020600040101010101" pitchFamily="18" charset="-122"/>
                  <a:sym typeface="OPPOSans L" panose="00020600040101010101" pitchFamily="18" charset="-122"/>
                </a:endParaRPr>
              </a:p>
            </p:txBody>
          </p:sp>
          <p:sp>
            <p:nvSpPr>
              <p:cNvPr id="1240" name="文本框 1239"/>
              <p:cNvSpPr txBox="1"/>
              <p:nvPr/>
            </p:nvSpPr>
            <p:spPr>
              <a:xfrm>
                <a:off x="6548746" y="2890467"/>
                <a:ext cx="2591594" cy="5526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3600" dirty="0">
                    <a:ln w="6858">
                      <a:noFill/>
                    </a:ln>
                    <a:gradFill>
                      <a:gsLst>
                        <a:gs pos="6000">
                          <a:schemeClr val="accent1"/>
                        </a:gs>
                        <a:gs pos="95000">
                          <a:schemeClr val="accent2"/>
                        </a:gs>
                      </a:gsLst>
                      <a:lin ang="0" scaled="1"/>
                    </a:gradFill>
                    <a:effectLst>
                      <a:outerShdw blurRad="68580" dist="38100" dir="5400000" algn="t" rotWithShape="0">
                        <a:schemeClr val="accent2">
                          <a:alpha val="0"/>
                        </a:schemeClr>
                      </a:outerShdw>
                    </a:effectLst>
                    <a:latin typeface="演示镇魂行楷" panose="00000500000000000000" pitchFamily="2" charset="-122"/>
                    <a:ea typeface="演示镇魂行楷" panose="00000500000000000000" pitchFamily="2" charset="-122"/>
                    <a:cs typeface="演示流云楷" panose="02000600000000000000" pitchFamily="2" charset="-122"/>
                  </a:rPr>
                  <a:t>实地调研</a:t>
                </a:r>
                <a:endParaRPr lang="zh-CN" altLang="en-US" sz="3600" dirty="0">
                  <a:ln w="6858">
                    <a:noFill/>
                  </a:ln>
                  <a:gradFill>
                    <a:gsLst>
                      <a:gs pos="6000">
                        <a:schemeClr val="accent1"/>
                      </a:gs>
                      <a:gs pos="95000">
                        <a:schemeClr val="accent2"/>
                      </a:gs>
                    </a:gsLst>
                    <a:lin ang="0" scaled="1"/>
                  </a:gradFill>
                  <a:effectLst>
                    <a:outerShdw blurRad="68580" dist="38100" dir="5400000" algn="t" rotWithShape="0">
                      <a:schemeClr val="accent2">
                        <a:alpha val="0"/>
                      </a:schemeClr>
                    </a:outerShdw>
                  </a:effectLst>
                  <a:latin typeface="演示镇魂行楷" panose="00000500000000000000" pitchFamily="2" charset="-122"/>
                  <a:ea typeface="演示镇魂行楷" panose="00000500000000000000" pitchFamily="2" charset="-122"/>
                  <a:cs typeface="演示流云楷" panose="02000600000000000000" pitchFamily="2" charset="-122"/>
                </a:endParaRPr>
              </a:p>
            </p:txBody>
          </p:sp>
          <p:sp>
            <p:nvSpPr>
              <p:cNvPr id="1236" name="椭圆 1235"/>
              <p:cNvSpPr/>
              <p:nvPr>
                <p:custDataLst>
                  <p:tags r:id="rId15"/>
                </p:custDataLst>
              </p:nvPr>
            </p:nvSpPr>
            <p:spPr>
              <a:xfrm rot="181976">
                <a:off x="6317923" y="4059024"/>
                <a:ext cx="195304" cy="195304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ysClr val="window" lastClr="FFFFFF"/>
                </a:solidFill>
              </a:ln>
              <a:effectLst>
                <a:outerShdw blurRad="50800" dist="38100" dir="5400000" algn="t" rotWithShape="0">
                  <a:prstClr val="black">
                    <a:alpha val="25000"/>
                  </a:prstClr>
                </a:outerShdw>
              </a:effectLst>
            </p:spPr>
            <p:txBody>
              <a:bodyPr wrap="square" rtlCol="0" anchor="ctr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OPPOSans L" panose="00020600040101010101" pitchFamily="18" charset="-122"/>
                  <a:ea typeface="OPPOSans L" panose="00020600040101010101" pitchFamily="18" charset="-122"/>
                  <a:sym typeface="OPPOSans L" panose="00020600040101010101" pitchFamily="18" charset="-122"/>
                </a:endParaRPr>
              </a:p>
            </p:txBody>
          </p:sp>
          <p:grpSp>
            <p:nvGrpSpPr>
              <p:cNvPr id="1237" name="组合 1236"/>
              <p:cNvGrpSpPr/>
              <p:nvPr/>
            </p:nvGrpSpPr>
            <p:grpSpPr>
              <a:xfrm>
                <a:off x="6357567" y="1133251"/>
                <a:ext cx="2715040" cy="1793249"/>
                <a:chOff x="495327" y="1132180"/>
                <a:chExt cx="1965297" cy="1298053"/>
              </a:xfrm>
            </p:grpSpPr>
            <p:sp>
              <p:nvSpPr>
                <p:cNvPr id="1238" name="矩形 1237"/>
                <p:cNvSpPr/>
                <p:nvPr/>
              </p:nvSpPr>
              <p:spPr>
                <a:xfrm>
                  <a:off x="495327" y="1132180"/>
                  <a:ext cx="1965297" cy="1298053"/>
                </a:xfrm>
                <a:prstGeom prst="rect">
                  <a:avLst/>
                </a:prstGeom>
                <a:solidFill>
                  <a:sysClr val="window" lastClr="FFFFFF"/>
                </a:solidFill>
                <a:ln w="15558" cap="flat" cmpd="sng" algn="ctr">
                  <a:gradFill>
                    <a:gsLst>
                      <a:gs pos="0">
                        <a:schemeClr val="accent2"/>
                      </a:gs>
                      <a:gs pos="96000">
                        <a:schemeClr val="accent1">
                          <a:alpha val="0"/>
                        </a:schemeClr>
                      </a:gs>
                    </a:gsLst>
                    <a:lin ang="5400000" scaled="1"/>
                  </a:gradFill>
                  <a:prstDash val="solid"/>
                  <a:miter lim="800000"/>
                </a:ln>
                <a:effectLst/>
              </p:spPr>
              <p:txBody>
                <a:bodyPr lIns="89611" tIns="44806" rIns="89611" bIns="44806" rtlCol="0" anchor="ctr"/>
                <a:lstStyle/>
                <a:p>
                  <a:pPr algn="ctr"/>
                  <a:endParaRPr lang="zh-CN" altLang="en-US" sz="1765" kern="0" dirty="0">
                    <a:solidFill>
                      <a:prstClr val="white"/>
                    </a:solidFill>
                    <a:latin typeface="Arial Narrow" panose="020B0606020202030204"/>
                    <a:ea typeface="微软雅黑" panose="020B0503020204020204" charset="-122"/>
                  </a:endParaRPr>
                </a:p>
              </p:txBody>
            </p:sp>
            <p:pic>
              <p:nvPicPr>
                <p:cNvPr id="1239" name="图片 1238" descr="D:/图片/微信图片_20260227201936_758_7.png微信图片_20260227201936_758_7"/>
                <p:cNvPicPr>
                  <a:picLocks noChangeAspect="1"/>
                </p:cNvPicPr>
                <p:nvPr/>
              </p:nvPicPr>
              <p:blipFill>
                <a:blip r:embed="rId16"/>
                <a:srcRect t="20305" b="20305"/>
                <a:stretch>
                  <a:fillRect/>
                </a:stretch>
              </p:blipFill>
              <p:spPr>
                <a:xfrm>
                  <a:off x="562678" y="1209281"/>
                  <a:ext cx="1830593" cy="1143852"/>
                </a:xfrm>
                <a:prstGeom prst="rect">
                  <a:avLst/>
                </a:prstGeom>
                <a:ln>
                  <a:solidFill>
                    <a:sysClr val="window" lastClr="FFFFFF">
                      <a:lumMod val="85000"/>
                    </a:sysClr>
                  </a:solidFill>
                </a:ln>
              </p:spPr>
            </p:pic>
          </p:grpSp>
        </p:grpSp>
        <p:sp>
          <p:nvSpPr>
            <p:cNvPr id="1243" name="TextBox 1229+"/>
            <p:cNvSpPr txBox="1"/>
            <p:nvPr/>
          </p:nvSpPr>
          <p:spPr>
            <a:xfrm>
              <a:off x="9422346" y="3647079"/>
              <a:ext cx="2621561" cy="492792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defRPr/>
              </a:pPr>
              <a:r>
                <a:rPr lang="zh-CN" altLang="en-US" sz="2000" b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charset="0"/>
                </a:rPr>
                <a:t>深入</a:t>
              </a:r>
              <a:r>
                <a:rPr lang="zh-CN" altLang="en-US" sz="2000" b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charset="0"/>
                </a:rPr>
                <a:t>农户调研</a:t>
              </a:r>
              <a:endParaRPr lang="zh-CN" altLang="en-US" sz="20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endParaRPr>
            </a:p>
          </p:txBody>
        </p:sp>
      </p:grpSp>
      <p:grpSp>
        <p:nvGrpSpPr>
          <p:cNvPr id="1301" name="组合 1300"/>
          <p:cNvGrpSpPr/>
          <p:nvPr/>
        </p:nvGrpSpPr>
        <p:grpSpPr>
          <a:xfrm>
            <a:off x="794968" y="4746429"/>
            <a:ext cx="3018310" cy="839570"/>
            <a:chOff x="1146593" y="4746429"/>
            <a:chExt cx="3018310" cy="839570"/>
          </a:xfrm>
        </p:grpSpPr>
        <p:grpSp>
          <p:nvGrpSpPr>
            <p:cNvPr id="1273" name="组合 1272"/>
            <p:cNvGrpSpPr/>
            <p:nvPr/>
          </p:nvGrpSpPr>
          <p:grpSpPr>
            <a:xfrm>
              <a:off x="1146593" y="4746429"/>
              <a:ext cx="3018310" cy="839570"/>
              <a:chOff x="-895296" y="5034173"/>
              <a:chExt cx="3018310" cy="839570"/>
            </a:xfrm>
          </p:grpSpPr>
          <p:grpSp>
            <p:nvGrpSpPr>
              <p:cNvPr id="1274" name="Group 325+"/>
              <p:cNvGrpSpPr/>
              <p:nvPr/>
            </p:nvGrpSpPr>
            <p:grpSpPr>
              <a:xfrm rot="20747591" flipH="1">
                <a:off x="-895296" y="5034173"/>
                <a:ext cx="445361" cy="830531"/>
                <a:chOff x="6978520" y="-457397"/>
                <a:chExt cx="680657" cy="1199740"/>
              </a:xfrm>
            </p:grpSpPr>
            <p:sp>
              <p:nvSpPr>
                <p:cNvPr id="1286" name="Freeform 1242"/>
                <p:cNvSpPr/>
                <p:nvPr/>
              </p:nvSpPr>
              <p:spPr bwMode="auto">
                <a:xfrm>
                  <a:off x="6978520" y="-367783"/>
                  <a:ext cx="596160" cy="1039753"/>
                </a:xfrm>
                <a:custGeom>
                  <a:avLst/>
                  <a:gdLst>
                    <a:gd name="T0" fmla="*/ 7 w 1511"/>
                    <a:gd name="T1" fmla="*/ 2636 h 2636"/>
                    <a:gd name="T2" fmla="*/ 0 w 1511"/>
                    <a:gd name="T3" fmla="*/ 2557 h 2636"/>
                    <a:gd name="T4" fmla="*/ 504 w 1511"/>
                    <a:gd name="T5" fmla="*/ 2438 h 2636"/>
                    <a:gd name="T6" fmla="*/ 910 w 1511"/>
                    <a:gd name="T7" fmla="*/ 2118 h 2636"/>
                    <a:gd name="T8" fmla="*/ 887 w 1511"/>
                    <a:gd name="T9" fmla="*/ 1509 h 2636"/>
                    <a:gd name="T10" fmla="*/ 971 w 1511"/>
                    <a:gd name="T11" fmla="*/ 2042 h 2636"/>
                    <a:gd name="T12" fmla="*/ 1044 w 1511"/>
                    <a:gd name="T13" fmla="*/ 1928 h 2636"/>
                    <a:gd name="T14" fmla="*/ 1129 w 1511"/>
                    <a:gd name="T15" fmla="*/ 1763 h 2636"/>
                    <a:gd name="T16" fmla="*/ 1123 w 1511"/>
                    <a:gd name="T17" fmla="*/ 1732 h 2636"/>
                    <a:gd name="T18" fmla="*/ 971 w 1511"/>
                    <a:gd name="T19" fmla="*/ 1444 h 2636"/>
                    <a:gd name="T20" fmla="*/ 985 w 1511"/>
                    <a:gd name="T21" fmla="*/ 1248 h 2636"/>
                    <a:gd name="T22" fmla="*/ 990 w 1511"/>
                    <a:gd name="T23" fmla="*/ 1234 h 2636"/>
                    <a:gd name="T24" fmla="*/ 1180 w 1511"/>
                    <a:gd name="T25" fmla="*/ 1621 h 2636"/>
                    <a:gd name="T26" fmla="*/ 1245 w 1511"/>
                    <a:gd name="T27" fmla="*/ 1322 h 2636"/>
                    <a:gd name="T28" fmla="*/ 984 w 1511"/>
                    <a:gd name="T29" fmla="*/ 907 h 2636"/>
                    <a:gd name="T30" fmla="*/ 1249 w 1511"/>
                    <a:gd name="T31" fmla="*/ 1307 h 2636"/>
                    <a:gd name="T32" fmla="*/ 1255 w 1511"/>
                    <a:gd name="T33" fmla="*/ 1124 h 2636"/>
                    <a:gd name="T34" fmla="*/ 1239 w 1511"/>
                    <a:gd name="T35" fmla="*/ 926 h 2636"/>
                    <a:gd name="T36" fmla="*/ 1226 w 1511"/>
                    <a:gd name="T37" fmla="*/ 911 h 2636"/>
                    <a:gd name="T38" fmla="*/ 980 w 1511"/>
                    <a:gd name="T39" fmla="*/ 741 h 2636"/>
                    <a:gd name="T40" fmla="*/ 931 w 1511"/>
                    <a:gd name="T41" fmla="*/ 624 h 2636"/>
                    <a:gd name="T42" fmla="*/ 1216 w 1511"/>
                    <a:gd name="T43" fmla="*/ 795 h 2636"/>
                    <a:gd name="T44" fmla="*/ 1128 w 1511"/>
                    <a:gd name="T45" fmla="*/ 519 h 2636"/>
                    <a:gd name="T46" fmla="*/ 1077 w 1511"/>
                    <a:gd name="T47" fmla="*/ 415 h 2636"/>
                    <a:gd name="T48" fmla="*/ 1056 w 1511"/>
                    <a:gd name="T49" fmla="*/ 399 h 2636"/>
                    <a:gd name="T50" fmla="*/ 1049 w 1511"/>
                    <a:gd name="T51" fmla="*/ 389 h 2636"/>
                    <a:gd name="T52" fmla="*/ 1021 w 1511"/>
                    <a:gd name="T53" fmla="*/ 327 h 2636"/>
                    <a:gd name="T54" fmla="*/ 943 w 1511"/>
                    <a:gd name="T55" fmla="*/ 204 h 2636"/>
                    <a:gd name="T56" fmla="*/ 922 w 1511"/>
                    <a:gd name="T57" fmla="*/ 200 h 2636"/>
                    <a:gd name="T58" fmla="*/ 618 w 1511"/>
                    <a:gd name="T59" fmla="*/ 68 h 2636"/>
                    <a:gd name="T60" fmla="*/ 617 w 1511"/>
                    <a:gd name="T61" fmla="*/ 63 h 2636"/>
                    <a:gd name="T62" fmla="*/ 783 w 1511"/>
                    <a:gd name="T63" fmla="*/ 56 h 2636"/>
                    <a:gd name="T64" fmla="*/ 945 w 1511"/>
                    <a:gd name="T65" fmla="*/ 176 h 2636"/>
                    <a:gd name="T66" fmla="*/ 991 w 1511"/>
                    <a:gd name="T67" fmla="*/ 254 h 2636"/>
                    <a:gd name="T68" fmla="*/ 1003 w 1511"/>
                    <a:gd name="T69" fmla="*/ 269 h 2636"/>
                    <a:gd name="T70" fmla="*/ 1076 w 1511"/>
                    <a:gd name="T71" fmla="*/ 0 h 2636"/>
                    <a:gd name="T72" fmla="*/ 1121 w 1511"/>
                    <a:gd name="T73" fmla="*/ 109 h 2636"/>
                    <a:gd name="T74" fmla="*/ 1081 w 1511"/>
                    <a:gd name="T75" fmla="*/ 361 h 2636"/>
                    <a:gd name="T76" fmla="*/ 1081 w 1511"/>
                    <a:gd name="T77" fmla="*/ 393 h 2636"/>
                    <a:gd name="T78" fmla="*/ 1173 w 1511"/>
                    <a:gd name="T79" fmla="*/ 579 h 2636"/>
                    <a:gd name="T80" fmla="*/ 1181 w 1511"/>
                    <a:gd name="T81" fmla="*/ 593 h 2636"/>
                    <a:gd name="T82" fmla="*/ 1271 w 1511"/>
                    <a:gd name="T83" fmla="*/ 266 h 2636"/>
                    <a:gd name="T84" fmla="*/ 1249 w 1511"/>
                    <a:gd name="T85" fmla="*/ 754 h 2636"/>
                    <a:gd name="T86" fmla="*/ 1226 w 1511"/>
                    <a:gd name="T87" fmla="*/ 718 h 2636"/>
                    <a:gd name="T88" fmla="*/ 1276 w 1511"/>
                    <a:gd name="T89" fmla="*/ 942 h 2636"/>
                    <a:gd name="T90" fmla="*/ 1358 w 1511"/>
                    <a:gd name="T91" fmla="*/ 786 h 2636"/>
                    <a:gd name="T92" fmla="*/ 1502 w 1511"/>
                    <a:gd name="T93" fmla="*/ 686 h 2636"/>
                    <a:gd name="T94" fmla="*/ 1426 w 1511"/>
                    <a:gd name="T95" fmla="*/ 966 h 2636"/>
                    <a:gd name="T96" fmla="*/ 1300 w 1511"/>
                    <a:gd name="T97" fmla="*/ 1081 h 2636"/>
                    <a:gd name="T98" fmla="*/ 1289 w 1511"/>
                    <a:gd name="T99" fmla="*/ 1101 h 2636"/>
                    <a:gd name="T100" fmla="*/ 1061 w 1511"/>
                    <a:gd name="T101" fmla="*/ 2016 h 2636"/>
                    <a:gd name="T102" fmla="*/ 1060 w 1511"/>
                    <a:gd name="T103" fmla="*/ 2024 h 2636"/>
                    <a:gd name="T104" fmla="*/ 1474 w 1511"/>
                    <a:gd name="T105" fmla="*/ 1909 h 2636"/>
                    <a:gd name="T106" fmla="*/ 1250 w 1511"/>
                    <a:gd name="T107" fmla="*/ 2143 h 2636"/>
                    <a:gd name="T108" fmla="*/ 968 w 1511"/>
                    <a:gd name="T109" fmla="*/ 2179 h 2636"/>
                    <a:gd name="T110" fmla="*/ 1000 w 1511"/>
                    <a:gd name="T111" fmla="*/ 2110 h 2636"/>
                    <a:gd name="T112" fmla="*/ 7 w 1511"/>
                    <a:gd name="T113" fmla="*/ 2636 h 26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511" h="2636">
                      <a:moveTo>
                        <a:pt x="7" y="2636"/>
                      </a:moveTo>
                      <a:cubicBezTo>
                        <a:pt x="5" y="2608"/>
                        <a:pt x="3" y="2584"/>
                        <a:pt x="0" y="2557"/>
                      </a:cubicBezTo>
                      <a:cubicBezTo>
                        <a:pt x="178" y="2555"/>
                        <a:pt x="346" y="2516"/>
                        <a:pt x="504" y="2438"/>
                      </a:cubicBezTo>
                      <a:cubicBezTo>
                        <a:pt x="662" y="2360"/>
                        <a:pt x="796" y="2251"/>
                        <a:pt x="910" y="2118"/>
                      </a:cubicBezTo>
                      <a:cubicBezTo>
                        <a:pt x="739" y="1894"/>
                        <a:pt x="803" y="1637"/>
                        <a:pt x="887" y="1509"/>
                      </a:cubicBezTo>
                      <a:cubicBezTo>
                        <a:pt x="1013" y="1672"/>
                        <a:pt x="1021" y="1851"/>
                        <a:pt x="971" y="2042"/>
                      </a:cubicBezTo>
                      <a:cubicBezTo>
                        <a:pt x="996" y="2004"/>
                        <a:pt x="1022" y="1968"/>
                        <a:pt x="1044" y="1928"/>
                      </a:cubicBezTo>
                      <a:cubicBezTo>
                        <a:pt x="1074" y="1874"/>
                        <a:pt x="1101" y="1818"/>
                        <a:pt x="1129" y="1763"/>
                      </a:cubicBezTo>
                      <a:cubicBezTo>
                        <a:pt x="1136" y="1751"/>
                        <a:pt x="1135" y="1742"/>
                        <a:pt x="1123" y="1732"/>
                      </a:cubicBezTo>
                      <a:cubicBezTo>
                        <a:pt x="1033" y="1657"/>
                        <a:pt x="984" y="1560"/>
                        <a:pt x="971" y="1444"/>
                      </a:cubicBezTo>
                      <a:cubicBezTo>
                        <a:pt x="964" y="1377"/>
                        <a:pt x="970" y="1313"/>
                        <a:pt x="985" y="1248"/>
                      </a:cubicBezTo>
                      <a:cubicBezTo>
                        <a:pt x="986" y="1243"/>
                        <a:pt x="988" y="1239"/>
                        <a:pt x="990" y="1234"/>
                      </a:cubicBezTo>
                      <a:cubicBezTo>
                        <a:pt x="1079" y="1288"/>
                        <a:pt x="1173" y="1416"/>
                        <a:pt x="1180" y="1621"/>
                      </a:cubicBezTo>
                      <a:cubicBezTo>
                        <a:pt x="1213" y="1524"/>
                        <a:pt x="1234" y="1424"/>
                        <a:pt x="1245" y="1322"/>
                      </a:cubicBezTo>
                      <a:cubicBezTo>
                        <a:pt x="1052" y="1250"/>
                        <a:pt x="987" y="1099"/>
                        <a:pt x="984" y="907"/>
                      </a:cubicBezTo>
                      <a:cubicBezTo>
                        <a:pt x="1099" y="937"/>
                        <a:pt x="1226" y="1063"/>
                        <a:pt x="1249" y="1307"/>
                      </a:cubicBezTo>
                      <a:cubicBezTo>
                        <a:pt x="1251" y="1246"/>
                        <a:pt x="1256" y="1185"/>
                        <a:pt x="1255" y="1124"/>
                      </a:cubicBezTo>
                      <a:cubicBezTo>
                        <a:pt x="1253" y="1058"/>
                        <a:pt x="1245" y="992"/>
                        <a:pt x="1239" y="926"/>
                      </a:cubicBezTo>
                      <a:cubicBezTo>
                        <a:pt x="1239" y="920"/>
                        <a:pt x="1231" y="911"/>
                        <a:pt x="1226" y="911"/>
                      </a:cubicBezTo>
                      <a:cubicBezTo>
                        <a:pt x="1112" y="900"/>
                        <a:pt x="1033" y="839"/>
                        <a:pt x="980" y="741"/>
                      </a:cubicBezTo>
                      <a:cubicBezTo>
                        <a:pt x="961" y="705"/>
                        <a:pt x="949" y="666"/>
                        <a:pt x="931" y="624"/>
                      </a:cubicBezTo>
                      <a:cubicBezTo>
                        <a:pt x="1065" y="626"/>
                        <a:pt x="1149" y="694"/>
                        <a:pt x="1216" y="795"/>
                      </a:cubicBezTo>
                      <a:cubicBezTo>
                        <a:pt x="1196" y="699"/>
                        <a:pt x="1166" y="608"/>
                        <a:pt x="1128" y="519"/>
                      </a:cubicBezTo>
                      <a:cubicBezTo>
                        <a:pt x="1112" y="484"/>
                        <a:pt x="1095" y="449"/>
                        <a:pt x="1077" y="415"/>
                      </a:cubicBezTo>
                      <a:cubicBezTo>
                        <a:pt x="1074" y="408"/>
                        <a:pt x="1075" y="389"/>
                        <a:pt x="1056" y="399"/>
                      </a:cubicBezTo>
                      <a:cubicBezTo>
                        <a:pt x="1056" y="399"/>
                        <a:pt x="1051" y="393"/>
                        <a:pt x="1049" y="389"/>
                      </a:cubicBezTo>
                      <a:cubicBezTo>
                        <a:pt x="1039" y="368"/>
                        <a:pt x="1028" y="349"/>
                        <a:pt x="1021" y="327"/>
                      </a:cubicBezTo>
                      <a:cubicBezTo>
                        <a:pt x="1005" y="280"/>
                        <a:pt x="971" y="244"/>
                        <a:pt x="943" y="204"/>
                      </a:cubicBezTo>
                      <a:cubicBezTo>
                        <a:pt x="939" y="200"/>
                        <a:pt x="928" y="198"/>
                        <a:pt x="922" y="200"/>
                      </a:cubicBezTo>
                      <a:cubicBezTo>
                        <a:pt x="787" y="244"/>
                        <a:pt x="676" y="163"/>
                        <a:pt x="618" y="68"/>
                      </a:cubicBezTo>
                      <a:cubicBezTo>
                        <a:pt x="617" y="67"/>
                        <a:pt x="618" y="66"/>
                        <a:pt x="617" y="63"/>
                      </a:cubicBezTo>
                      <a:cubicBezTo>
                        <a:pt x="672" y="39"/>
                        <a:pt x="727" y="38"/>
                        <a:pt x="783" y="56"/>
                      </a:cubicBezTo>
                      <a:cubicBezTo>
                        <a:pt x="851" y="77"/>
                        <a:pt x="901" y="123"/>
                        <a:pt x="945" y="176"/>
                      </a:cubicBezTo>
                      <a:cubicBezTo>
                        <a:pt x="947" y="210"/>
                        <a:pt x="976" y="228"/>
                        <a:pt x="991" y="254"/>
                      </a:cubicBezTo>
                      <a:cubicBezTo>
                        <a:pt x="993" y="257"/>
                        <a:pt x="996" y="260"/>
                        <a:pt x="1003" y="269"/>
                      </a:cubicBezTo>
                      <a:cubicBezTo>
                        <a:pt x="991" y="166"/>
                        <a:pt x="1017" y="80"/>
                        <a:pt x="1076" y="0"/>
                      </a:cubicBezTo>
                      <a:cubicBezTo>
                        <a:pt x="1099" y="35"/>
                        <a:pt x="1113" y="71"/>
                        <a:pt x="1121" y="109"/>
                      </a:cubicBezTo>
                      <a:cubicBezTo>
                        <a:pt x="1138" y="198"/>
                        <a:pt x="1121" y="282"/>
                        <a:pt x="1081" y="361"/>
                      </a:cubicBezTo>
                      <a:cubicBezTo>
                        <a:pt x="1075" y="373"/>
                        <a:pt x="1075" y="381"/>
                        <a:pt x="1081" y="393"/>
                      </a:cubicBezTo>
                      <a:cubicBezTo>
                        <a:pt x="1113" y="455"/>
                        <a:pt x="1143" y="517"/>
                        <a:pt x="1173" y="579"/>
                      </a:cubicBezTo>
                      <a:cubicBezTo>
                        <a:pt x="1175" y="583"/>
                        <a:pt x="1177" y="588"/>
                        <a:pt x="1181" y="593"/>
                      </a:cubicBezTo>
                      <a:cubicBezTo>
                        <a:pt x="1167" y="471"/>
                        <a:pt x="1199" y="364"/>
                        <a:pt x="1271" y="266"/>
                      </a:cubicBezTo>
                      <a:cubicBezTo>
                        <a:pt x="1362" y="395"/>
                        <a:pt x="1354" y="598"/>
                        <a:pt x="1249" y="754"/>
                      </a:cubicBezTo>
                      <a:cubicBezTo>
                        <a:pt x="1242" y="743"/>
                        <a:pt x="1236" y="733"/>
                        <a:pt x="1226" y="718"/>
                      </a:cubicBezTo>
                      <a:cubicBezTo>
                        <a:pt x="1243" y="795"/>
                        <a:pt x="1259" y="866"/>
                        <a:pt x="1276" y="942"/>
                      </a:cubicBezTo>
                      <a:cubicBezTo>
                        <a:pt x="1292" y="881"/>
                        <a:pt x="1318" y="830"/>
                        <a:pt x="1358" y="786"/>
                      </a:cubicBezTo>
                      <a:cubicBezTo>
                        <a:pt x="1397" y="742"/>
                        <a:pt x="1445" y="709"/>
                        <a:pt x="1502" y="686"/>
                      </a:cubicBezTo>
                      <a:cubicBezTo>
                        <a:pt x="1511" y="791"/>
                        <a:pt x="1487" y="883"/>
                        <a:pt x="1426" y="966"/>
                      </a:cubicBezTo>
                      <a:cubicBezTo>
                        <a:pt x="1391" y="1012"/>
                        <a:pt x="1349" y="1050"/>
                        <a:pt x="1300" y="1081"/>
                      </a:cubicBezTo>
                      <a:cubicBezTo>
                        <a:pt x="1295" y="1085"/>
                        <a:pt x="1289" y="1094"/>
                        <a:pt x="1289" y="1101"/>
                      </a:cubicBezTo>
                      <a:cubicBezTo>
                        <a:pt x="1305" y="1429"/>
                        <a:pt x="1233" y="1735"/>
                        <a:pt x="1061" y="2016"/>
                      </a:cubicBezTo>
                      <a:cubicBezTo>
                        <a:pt x="1060" y="2018"/>
                        <a:pt x="1060" y="2020"/>
                        <a:pt x="1060" y="2024"/>
                      </a:cubicBezTo>
                      <a:cubicBezTo>
                        <a:pt x="1175" y="1906"/>
                        <a:pt x="1314" y="1875"/>
                        <a:pt x="1474" y="1909"/>
                      </a:cubicBezTo>
                      <a:cubicBezTo>
                        <a:pt x="1426" y="2016"/>
                        <a:pt x="1355" y="2096"/>
                        <a:pt x="1250" y="2143"/>
                      </a:cubicBezTo>
                      <a:cubicBezTo>
                        <a:pt x="1160" y="2183"/>
                        <a:pt x="1067" y="2192"/>
                        <a:pt x="968" y="2179"/>
                      </a:cubicBezTo>
                      <a:cubicBezTo>
                        <a:pt x="978" y="2156"/>
                        <a:pt x="988" y="2136"/>
                        <a:pt x="1000" y="2110"/>
                      </a:cubicBezTo>
                      <a:cubicBezTo>
                        <a:pt x="746" y="2438"/>
                        <a:pt x="424" y="2625"/>
                        <a:pt x="7" y="263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      <a:noAutofit/>
                </a:bodyPr>
                <a:lstStyle/>
                <a:p>
                  <a:pPr algn="ctr"/>
                  <a:endParaRPr lang="zh-CN" altLang="en-US" sz="27060">
                    <a:gradFill flip="none" rotWithShape="1">
                      <a:gsLst>
                        <a:gs pos="37000">
                          <a:schemeClr val="accent1"/>
                        </a:gs>
                        <a:gs pos="57000">
                          <a:schemeClr val="accent2"/>
                        </a:gs>
                      </a:gsLst>
                      <a:lin ang="0" scaled="1"/>
                      <a:tileRect/>
                    </a:gradFill>
                    <a:latin typeface="方正字迹-龙吟体 简" panose="02000500000000000000" pitchFamily="2" charset="-122"/>
                    <a:ea typeface="方正字迹-龙吟体 简" panose="02000500000000000000" pitchFamily="2" charset="-122"/>
                  </a:endParaRPr>
                </a:p>
              </p:txBody>
            </p:sp>
            <p:sp>
              <p:nvSpPr>
                <p:cNvPr id="1287" name="Freeform 1244"/>
                <p:cNvSpPr/>
                <p:nvPr/>
              </p:nvSpPr>
              <p:spPr bwMode="auto">
                <a:xfrm>
                  <a:off x="7088999" y="359146"/>
                  <a:ext cx="106525" cy="245323"/>
                </a:xfrm>
                <a:custGeom>
                  <a:avLst/>
                  <a:gdLst>
                    <a:gd name="T0" fmla="*/ 158 w 270"/>
                    <a:gd name="T1" fmla="*/ 622 h 622"/>
                    <a:gd name="T2" fmla="*/ 117 w 270"/>
                    <a:gd name="T3" fmla="*/ 0 h 622"/>
                    <a:gd name="T4" fmla="*/ 158 w 270"/>
                    <a:gd name="T5" fmla="*/ 622 h 6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70" h="622">
                      <a:moveTo>
                        <a:pt x="158" y="622"/>
                      </a:moveTo>
                      <a:cubicBezTo>
                        <a:pt x="1" y="440"/>
                        <a:pt x="0" y="192"/>
                        <a:pt x="117" y="0"/>
                      </a:cubicBezTo>
                      <a:cubicBezTo>
                        <a:pt x="245" y="101"/>
                        <a:pt x="270" y="475"/>
                        <a:pt x="158" y="62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      <a:noAutofit/>
                </a:bodyPr>
                <a:lstStyle/>
                <a:p>
                  <a:pPr algn="ctr"/>
                  <a:endParaRPr lang="zh-CN" altLang="en-US" sz="27060">
                    <a:gradFill flip="none" rotWithShape="1">
                      <a:gsLst>
                        <a:gs pos="37000">
                          <a:schemeClr val="accent1"/>
                        </a:gs>
                        <a:gs pos="57000">
                          <a:schemeClr val="accent2"/>
                        </a:gs>
                      </a:gsLst>
                      <a:lin ang="0" scaled="1"/>
                      <a:tileRect/>
                    </a:gradFill>
                    <a:latin typeface="方正字迹-龙吟体 简" panose="02000500000000000000" pitchFamily="2" charset="-122"/>
                    <a:ea typeface="方正字迹-龙吟体 简" panose="02000500000000000000" pitchFamily="2" charset="-122"/>
                  </a:endParaRPr>
                </a:p>
              </p:txBody>
            </p:sp>
            <p:sp>
              <p:nvSpPr>
                <p:cNvPr id="1288" name="Freeform 1246"/>
                <p:cNvSpPr/>
                <p:nvPr/>
              </p:nvSpPr>
              <p:spPr bwMode="auto">
                <a:xfrm>
                  <a:off x="7200241" y="315436"/>
                  <a:ext cx="107869" cy="245323"/>
                </a:xfrm>
                <a:custGeom>
                  <a:avLst/>
                  <a:gdLst>
                    <a:gd name="T0" fmla="*/ 163 w 274"/>
                    <a:gd name="T1" fmla="*/ 622 h 622"/>
                    <a:gd name="T2" fmla="*/ 122 w 274"/>
                    <a:gd name="T3" fmla="*/ 0 h 622"/>
                    <a:gd name="T4" fmla="*/ 163 w 274"/>
                    <a:gd name="T5" fmla="*/ 622 h 6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74" h="622">
                      <a:moveTo>
                        <a:pt x="163" y="622"/>
                      </a:moveTo>
                      <a:cubicBezTo>
                        <a:pt x="12" y="454"/>
                        <a:pt x="0" y="198"/>
                        <a:pt x="122" y="0"/>
                      </a:cubicBezTo>
                      <a:cubicBezTo>
                        <a:pt x="250" y="104"/>
                        <a:pt x="274" y="471"/>
                        <a:pt x="163" y="62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      <a:noAutofit/>
                </a:bodyPr>
                <a:lstStyle/>
                <a:p>
                  <a:pPr algn="ctr"/>
                  <a:endParaRPr lang="zh-CN" altLang="en-US" sz="27060">
                    <a:gradFill flip="none" rotWithShape="1">
                      <a:gsLst>
                        <a:gs pos="37000">
                          <a:schemeClr val="accent1"/>
                        </a:gs>
                        <a:gs pos="57000">
                          <a:schemeClr val="accent2"/>
                        </a:gs>
                      </a:gsLst>
                      <a:lin ang="0" scaled="1"/>
                      <a:tileRect/>
                    </a:gradFill>
                    <a:latin typeface="方正字迹-龙吟体 简" panose="02000500000000000000" pitchFamily="2" charset="-122"/>
                    <a:ea typeface="方正字迹-龙吟体 简" panose="02000500000000000000" pitchFamily="2" charset="-122"/>
                  </a:endParaRPr>
                </a:p>
              </p:txBody>
            </p:sp>
            <p:sp>
              <p:nvSpPr>
                <p:cNvPr id="1289" name="Freeform 1248"/>
                <p:cNvSpPr/>
                <p:nvPr/>
              </p:nvSpPr>
              <p:spPr bwMode="auto">
                <a:xfrm>
                  <a:off x="7162694" y="612286"/>
                  <a:ext cx="215746" cy="130057"/>
                </a:xfrm>
                <a:custGeom>
                  <a:avLst/>
                  <a:gdLst>
                    <a:gd name="T0" fmla="*/ 0 w 547"/>
                    <a:gd name="T1" fmla="*/ 167 h 330"/>
                    <a:gd name="T2" fmla="*/ 547 w 547"/>
                    <a:gd name="T3" fmla="*/ 198 h 330"/>
                    <a:gd name="T4" fmla="*/ 0 w 547"/>
                    <a:gd name="T5" fmla="*/ 167 h 3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47" h="330">
                      <a:moveTo>
                        <a:pt x="0" y="167"/>
                      </a:moveTo>
                      <a:cubicBezTo>
                        <a:pt x="179" y="0"/>
                        <a:pt x="402" y="54"/>
                        <a:pt x="547" y="198"/>
                      </a:cubicBezTo>
                      <a:cubicBezTo>
                        <a:pt x="446" y="330"/>
                        <a:pt x="128" y="311"/>
                        <a:pt x="0" y="16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      <a:noAutofit/>
                </a:bodyPr>
                <a:lstStyle/>
                <a:p>
                  <a:pPr algn="ctr"/>
                  <a:endParaRPr lang="zh-CN" altLang="en-US" sz="27060">
                    <a:gradFill flip="none" rotWithShape="1">
                      <a:gsLst>
                        <a:gs pos="37000">
                          <a:schemeClr val="accent1"/>
                        </a:gs>
                        <a:gs pos="57000">
                          <a:schemeClr val="accent2"/>
                        </a:gs>
                      </a:gsLst>
                      <a:lin ang="0" scaled="1"/>
                      <a:tileRect/>
                    </a:gradFill>
                    <a:latin typeface="方正字迹-龙吟体 简" panose="02000500000000000000" pitchFamily="2" charset="-122"/>
                    <a:ea typeface="方正字迹-龙吟体 简" panose="02000500000000000000" pitchFamily="2" charset="-122"/>
                  </a:endParaRPr>
                </a:p>
              </p:txBody>
            </p:sp>
            <p:sp>
              <p:nvSpPr>
                <p:cNvPr id="1290" name="Freeform 1251"/>
                <p:cNvSpPr/>
                <p:nvPr/>
              </p:nvSpPr>
              <p:spPr bwMode="auto">
                <a:xfrm>
                  <a:off x="7318161" y="539229"/>
                  <a:ext cx="216749" cy="109553"/>
                </a:xfrm>
                <a:custGeom>
                  <a:avLst/>
                  <a:gdLst>
                    <a:gd name="T0" fmla="*/ 0 w 549"/>
                    <a:gd name="T1" fmla="*/ 154 h 278"/>
                    <a:gd name="T2" fmla="*/ 549 w 549"/>
                    <a:gd name="T3" fmla="*/ 186 h 278"/>
                    <a:gd name="T4" fmla="*/ 309 w 549"/>
                    <a:gd name="T5" fmla="*/ 276 h 278"/>
                    <a:gd name="T6" fmla="*/ 6 w 549"/>
                    <a:gd name="T7" fmla="*/ 160 h 278"/>
                    <a:gd name="T8" fmla="*/ 0 w 549"/>
                    <a:gd name="T9" fmla="*/ 154 h 2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49" h="278">
                      <a:moveTo>
                        <a:pt x="0" y="154"/>
                      </a:moveTo>
                      <a:cubicBezTo>
                        <a:pt x="155" y="0"/>
                        <a:pt x="383" y="21"/>
                        <a:pt x="549" y="186"/>
                      </a:cubicBezTo>
                      <a:cubicBezTo>
                        <a:pt x="480" y="245"/>
                        <a:pt x="401" y="278"/>
                        <a:pt x="309" y="276"/>
                      </a:cubicBezTo>
                      <a:cubicBezTo>
                        <a:pt x="194" y="273"/>
                        <a:pt x="96" y="228"/>
                        <a:pt x="6" y="160"/>
                      </a:cubicBezTo>
                      <a:cubicBezTo>
                        <a:pt x="4" y="158"/>
                        <a:pt x="2" y="156"/>
                        <a:pt x="0" y="154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      <a:noAutofit/>
                </a:bodyPr>
                <a:lstStyle/>
                <a:p>
                  <a:pPr algn="ctr"/>
                  <a:endParaRPr lang="zh-CN" altLang="en-US" sz="27060">
                    <a:gradFill flip="none" rotWithShape="1">
                      <a:gsLst>
                        <a:gs pos="37000">
                          <a:schemeClr val="accent1"/>
                        </a:gs>
                        <a:gs pos="57000">
                          <a:schemeClr val="accent2"/>
                        </a:gs>
                      </a:gsLst>
                      <a:lin ang="0" scaled="1"/>
                      <a:tileRect/>
                    </a:gradFill>
                    <a:latin typeface="方正字迹-龙吟体 简" panose="02000500000000000000" pitchFamily="2" charset="-122"/>
                    <a:ea typeface="方正字迹-龙吟体 简" panose="02000500000000000000" pitchFamily="2" charset="-122"/>
                  </a:endParaRPr>
                </a:p>
              </p:txBody>
            </p:sp>
            <p:sp>
              <p:nvSpPr>
                <p:cNvPr id="1291" name="Freeform 1253"/>
                <p:cNvSpPr/>
                <p:nvPr/>
              </p:nvSpPr>
              <p:spPr bwMode="auto">
                <a:xfrm>
                  <a:off x="7488123" y="239075"/>
                  <a:ext cx="171054" cy="130048"/>
                </a:xfrm>
                <a:custGeom>
                  <a:avLst/>
                  <a:gdLst>
                    <a:gd name="T0" fmla="*/ 0 w 434"/>
                    <a:gd name="T1" fmla="*/ 298 h 330"/>
                    <a:gd name="T2" fmla="*/ 434 w 434"/>
                    <a:gd name="T3" fmla="*/ 65 h 330"/>
                    <a:gd name="T4" fmla="*/ 0 w 434"/>
                    <a:gd name="T5" fmla="*/ 298 h 3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4" h="330">
                      <a:moveTo>
                        <a:pt x="0" y="298"/>
                      </a:moveTo>
                      <a:cubicBezTo>
                        <a:pt x="55" y="120"/>
                        <a:pt x="280" y="0"/>
                        <a:pt x="434" y="65"/>
                      </a:cubicBezTo>
                      <a:cubicBezTo>
                        <a:pt x="378" y="227"/>
                        <a:pt x="193" y="330"/>
                        <a:pt x="0" y="298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      <a:noAutofit/>
                </a:bodyPr>
                <a:lstStyle/>
                <a:p>
                  <a:pPr algn="ctr"/>
                  <a:endParaRPr lang="zh-CN" altLang="en-US" sz="27060">
                    <a:gradFill flip="none" rotWithShape="1">
                      <a:gsLst>
                        <a:gs pos="37000">
                          <a:schemeClr val="accent1"/>
                        </a:gs>
                        <a:gs pos="57000">
                          <a:schemeClr val="accent2"/>
                        </a:gs>
                      </a:gsLst>
                      <a:lin ang="0" scaled="1"/>
                      <a:tileRect/>
                    </a:gradFill>
                    <a:latin typeface="方正字迹-龙吟体 简" panose="02000500000000000000" pitchFamily="2" charset="-122"/>
                    <a:ea typeface="方正字迹-龙吟体 简" panose="02000500000000000000" pitchFamily="2" charset="-122"/>
                  </a:endParaRPr>
                </a:p>
              </p:txBody>
            </p:sp>
            <p:sp>
              <p:nvSpPr>
                <p:cNvPr id="1292" name="Freeform 1255"/>
                <p:cNvSpPr/>
                <p:nvPr/>
              </p:nvSpPr>
              <p:spPr bwMode="auto">
                <a:xfrm>
                  <a:off x="7517285" y="67706"/>
                  <a:ext cx="124337" cy="165336"/>
                </a:xfrm>
                <a:custGeom>
                  <a:avLst/>
                  <a:gdLst>
                    <a:gd name="T0" fmla="*/ 314 w 315"/>
                    <a:gd name="T1" fmla="*/ 0 h 419"/>
                    <a:gd name="T2" fmla="*/ 10 w 315"/>
                    <a:gd name="T3" fmla="*/ 419 h 419"/>
                    <a:gd name="T4" fmla="*/ 314 w 315"/>
                    <a:gd name="T5" fmla="*/ 0 h 4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15" h="419">
                      <a:moveTo>
                        <a:pt x="314" y="0"/>
                      </a:moveTo>
                      <a:cubicBezTo>
                        <a:pt x="315" y="217"/>
                        <a:pt x="159" y="373"/>
                        <a:pt x="10" y="419"/>
                      </a:cubicBezTo>
                      <a:cubicBezTo>
                        <a:pt x="0" y="202"/>
                        <a:pt x="143" y="33"/>
                        <a:pt x="314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      <a:noAutofit/>
                </a:bodyPr>
                <a:lstStyle/>
                <a:p>
                  <a:pPr algn="ctr"/>
                  <a:endParaRPr lang="zh-CN" altLang="en-US" sz="27060">
                    <a:gradFill flip="none" rotWithShape="1">
                      <a:gsLst>
                        <a:gs pos="37000">
                          <a:schemeClr val="accent1"/>
                        </a:gs>
                        <a:gs pos="57000">
                          <a:schemeClr val="accent2"/>
                        </a:gs>
                      </a:gsLst>
                      <a:lin ang="0" scaled="1"/>
                      <a:tileRect/>
                    </a:gradFill>
                    <a:latin typeface="方正字迹-龙吟体 简" panose="02000500000000000000" pitchFamily="2" charset="-122"/>
                    <a:ea typeface="方正字迹-龙吟体 简" panose="02000500000000000000" pitchFamily="2" charset="-122"/>
                  </a:endParaRPr>
                </a:p>
              </p:txBody>
            </p:sp>
            <p:sp>
              <p:nvSpPr>
                <p:cNvPr id="1293" name="Freeform 1257"/>
                <p:cNvSpPr/>
                <p:nvPr/>
              </p:nvSpPr>
              <p:spPr bwMode="auto">
                <a:xfrm>
                  <a:off x="7297335" y="-245603"/>
                  <a:ext cx="136773" cy="113251"/>
                </a:xfrm>
                <a:custGeom>
                  <a:avLst/>
                  <a:gdLst>
                    <a:gd name="T0" fmla="*/ 0 w 347"/>
                    <a:gd name="T1" fmla="*/ 29 h 287"/>
                    <a:gd name="T2" fmla="*/ 347 w 347"/>
                    <a:gd name="T3" fmla="*/ 251 h 287"/>
                    <a:gd name="T4" fmla="*/ 0 w 347"/>
                    <a:gd name="T5" fmla="*/ 29 h 2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47" h="287">
                      <a:moveTo>
                        <a:pt x="0" y="29"/>
                      </a:moveTo>
                      <a:cubicBezTo>
                        <a:pt x="142" y="0"/>
                        <a:pt x="282" y="102"/>
                        <a:pt x="347" y="251"/>
                      </a:cubicBezTo>
                      <a:cubicBezTo>
                        <a:pt x="196" y="287"/>
                        <a:pt x="55" y="188"/>
                        <a:pt x="0" y="2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      <a:noAutofit/>
                </a:bodyPr>
                <a:lstStyle/>
                <a:p>
                  <a:pPr algn="ctr"/>
                  <a:endParaRPr lang="zh-CN" altLang="en-US" sz="27060">
                    <a:gradFill flip="none" rotWithShape="1">
                      <a:gsLst>
                        <a:gs pos="37000">
                          <a:schemeClr val="accent1"/>
                        </a:gs>
                        <a:gs pos="57000">
                          <a:schemeClr val="accent2"/>
                        </a:gs>
                      </a:gsLst>
                      <a:lin ang="0" scaled="1"/>
                      <a:tileRect/>
                    </a:gradFill>
                    <a:latin typeface="方正字迹-龙吟体 简" panose="02000500000000000000" pitchFamily="2" charset="-122"/>
                    <a:ea typeface="方正字迹-龙吟体 简" panose="02000500000000000000" pitchFamily="2" charset="-122"/>
                  </a:endParaRPr>
                </a:p>
              </p:txBody>
            </p:sp>
            <p:sp>
              <p:nvSpPr>
                <p:cNvPr id="1294" name="Freeform 1259"/>
                <p:cNvSpPr/>
                <p:nvPr/>
              </p:nvSpPr>
              <p:spPr bwMode="auto">
                <a:xfrm>
                  <a:off x="7178277" y="-457397"/>
                  <a:ext cx="131731" cy="94090"/>
                </a:xfrm>
                <a:custGeom>
                  <a:avLst/>
                  <a:gdLst>
                    <a:gd name="T0" fmla="*/ 0 w 334"/>
                    <a:gd name="T1" fmla="*/ 57 h 238"/>
                    <a:gd name="T2" fmla="*/ 334 w 334"/>
                    <a:gd name="T3" fmla="*/ 179 h 238"/>
                    <a:gd name="T4" fmla="*/ 0 w 334"/>
                    <a:gd name="T5" fmla="*/ 57 h 2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34" h="238">
                      <a:moveTo>
                        <a:pt x="0" y="57"/>
                      </a:moveTo>
                      <a:cubicBezTo>
                        <a:pt x="110" y="0"/>
                        <a:pt x="255" y="62"/>
                        <a:pt x="334" y="179"/>
                      </a:cubicBezTo>
                      <a:cubicBezTo>
                        <a:pt x="218" y="238"/>
                        <a:pt x="74" y="190"/>
                        <a:pt x="0" y="5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      <a:noAutofit/>
                </a:bodyPr>
                <a:lstStyle/>
                <a:p>
                  <a:pPr algn="ctr"/>
                  <a:endParaRPr lang="zh-CN" altLang="en-US" sz="27060">
                    <a:gradFill flip="none" rotWithShape="1">
                      <a:gsLst>
                        <a:gs pos="37000">
                          <a:schemeClr val="accent1"/>
                        </a:gs>
                        <a:gs pos="57000">
                          <a:schemeClr val="accent2"/>
                        </a:gs>
                      </a:gsLst>
                      <a:lin ang="0" scaled="1"/>
                      <a:tileRect/>
                    </a:gradFill>
                    <a:latin typeface="方正字迹-龙吟体 简" panose="02000500000000000000" pitchFamily="2" charset="-122"/>
                    <a:ea typeface="方正字迹-龙吟体 简" panose="02000500000000000000" pitchFamily="2" charset="-122"/>
                  </a:endParaRPr>
                </a:p>
              </p:txBody>
            </p:sp>
            <p:sp>
              <p:nvSpPr>
                <p:cNvPr id="1295" name="Freeform 1261"/>
                <p:cNvSpPr/>
                <p:nvPr/>
              </p:nvSpPr>
              <p:spPr bwMode="auto">
                <a:xfrm>
                  <a:off x="7318611" y="-438128"/>
                  <a:ext cx="71578" cy="101489"/>
                </a:xfrm>
                <a:custGeom>
                  <a:avLst/>
                  <a:gdLst>
                    <a:gd name="T0" fmla="*/ 181 w 181"/>
                    <a:gd name="T1" fmla="*/ 257 h 257"/>
                    <a:gd name="T2" fmla="*/ 8 w 181"/>
                    <a:gd name="T3" fmla="*/ 0 h 257"/>
                    <a:gd name="T4" fmla="*/ 181 w 181"/>
                    <a:gd name="T5" fmla="*/ 257 h 2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81" h="257">
                      <a:moveTo>
                        <a:pt x="181" y="257"/>
                      </a:moveTo>
                      <a:cubicBezTo>
                        <a:pt x="63" y="231"/>
                        <a:pt x="0" y="106"/>
                        <a:pt x="8" y="0"/>
                      </a:cubicBezTo>
                      <a:cubicBezTo>
                        <a:pt x="101" y="17"/>
                        <a:pt x="179" y="137"/>
                        <a:pt x="181" y="25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      <a:noAutofit/>
                </a:bodyPr>
                <a:lstStyle/>
                <a:p>
                  <a:pPr algn="ctr"/>
                  <a:endParaRPr lang="zh-CN" altLang="en-US" sz="27060">
                    <a:gradFill flip="none" rotWithShape="1">
                      <a:gsLst>
                        <a:gs pos="37000">
                          <a:schemeClr val="accent1"/>
                        </a:gs>
                        <a:gs pos="57000">
                          <a:schemeClr val="accent2"/>
                        </a:gs>
                      </a:gsLst>
                      <a:lin ang="0" scaled="1"/>
                      <a:tileRect/>
                    </a:gradFill>
                    <a:latin typeface="方正字迹-龙吟体 简" panose="02000500000000000000" pitchFamily="2" charset="-122"/>
                    <a:ea typeface="方正字迹-龙吟体 简" panose="02000500000000000000" pitchFamily="2" charset="-122"/>
                  </a:endParaRPr>
                </a:p>
              </p:txBody>
            </p:sp>
          </p:grpSp>
          <p:grpSp>
            <p:nvGrpSpPr>
              <p:cNvPr id="1275" name="Group 325++"/>
              <p:cNvGrpSpPr/>
              <p:nvPr/>
            </p:nvGrpSpPr>
            <p:grpSpPr>
              <a:xfrm rot="852409">
                <a:off x="1679794" y="5039807"/>
                <a:ext cx="443220" cy="833936"/>
                <a:chOff x="4270615" y="199455"/>
                <a:chExt cx="677398" cy="1204697"/>
              </a:xfrm>
            </p:grpSpPr>
            <p:sp>
              <p:nvSpPr>
                <p:cNvPr id="1276" name="Freeform 1242"/>
                <p:cNvSpPr/>
                <p:nvPr/>
              </p:nvSpPr>
              <p:spPr bwMode="auto">
                <a:xfrm>
                  <a:off x="4270615" y="316369"/>
                  <a:ext cx="596170" cy="1039779"/>
                </a:xfrm>
                <a:custGeom>
                  <a:avLst/>
                  <a:gdLst>
                    <a:gd name="T0" fmla="*/ 7 w 1511"/>
                    <a:gd name="T1" fmla="*/ 2636 h 2636"/>
                    <a:gd name="T2" fmla="*/ 0 w 1511"/>
                    <a:gd name="T3" fmla="*/ 2557 h 2636"/>
                    <a:gd name="T4" fmla="*/ 504 w 1511"/>
                    <a:gd name="T5" fmla="*/ 2438 h 2636"/>
                    <a:gd name="T6" fmla="*/ 910 w 1511"/>
                    <a:gd name="T7" fmla="*/ 2118 h 2636"/>
                    <a:gd name="T8" fmla="*/ 887 w 1511"/>
                    <a:gd name="T9" fmla="*/ 1509 h 2636"/>
                    <a:gd name="T10" fmla="*/ 971 w 1511"/>
                    <a:gd name="T11" fmla="*/ 2042 h 2636"/>
                    <a:gd name="T12" fmla="*/ 1044 w 1511"/>
                    <a:gd name="T13" fmla="*/ 1928 h 2636"/>
                    <a:gd name="T14" fmla="*/ 1129 w 1511"/>
                    <a:gd name="T15" fmla="*/ 1763 h 2636"/>
                    <a:gd name="T16" fmla="*/ 1123 w 1511"/>
                    <a:gd name="T17" fmla="*/ 1732 h 2636"/>
                    <a:gd name="T18" fmla="*/ 971 w 1511"/>
                    <a:gd name="T19" fmla="*/ 1444 h 2636"/>
                    <a:gd name="T20" fmla="*/ 985 w 1511"/>
                    <a:gd name="T21" fmla="*/ 1248 h 2636"/>
                    <a:gd name="T22" fmla="*/ 990 w 1511"/>
                    <a:gd name="T23" fmla="*/ 1234 h 2636"/>
                    <a:gd name="T24" fmla="*/ 1180 w 1511"/>
                    <a:gd name="T25" fmla="*/ 1621 h 2636"/>
                    <a:gd name="T26" fmla="*/ 1245 w 1511"/>
                    <a:gd name="T27" fmla="*/ 1322 h 2636"/>
                    <a:gd name="T28" fmla="*/ 984 w 1511"/>
                    <a:gd name="T29" fmla="*/ 907 h 2636"/>
                    <a:gd name="T30" fmla="*/ 1249 w 1511"/>
                    <a:gd name="T31" fmla="*/ 1307 h 2636"/>
                    <a:gd name="T32" fmla="*/ 1255 w 1511"/>
                    <a:gd name="T33" fmla="*/ 1124 h 2636"/>
                    <a:gd name="T34" fmla="*/ 1239 w 1511"/>
                    <a:gd name="T35" fmla="*/ 926 h 2636"/>
                    <a:gd name="T36" fmla="*/ 1226 w 1511"/>
                    <a:gd name="T37" fmla="*/ 911 h 2636"/>
                    <a:gd name="T38" fmla="*/ 980 w 1511"/>
                    <a:gd name="T39" fmla="*/ 741 h 2636"/>
                    <a:gd name="T40" fmla="*/ 931 w 1511"/>
                    <a:gd name="T41" fmla="*/ 624 h 2636"/>
                    <a:gd name="T42" fmla="*/ 1216 w 1511"/>
                    <a:gd name="T43" fmla="*/ 795 h 2636"/>
                    <a:gd name="T44" fmla="*/ 1128 w 1511"/>
                    <a:gd name="T45" fmla="*/ 519 h 2636"/>
                    <a:gd name="T46" fmla="*/ 1077 w 1511"/>
                    <a:gd name="T47" fmla="*/ 415 h 2636"/>
                    <a:gd name="T48" fmla="*/ 1056 w 1511"/>
                    <a:gd name="T49" fmla="*/ 399 h 2636"/>
                    <a:gd name="T50" fmla="*/ 1049 w 1511"/>
                    <a:gd name="T51" fmla="*/ 389 h 2636"/>
                    <a:gd name="T52" fmla="*/ 1021 w 1511"/>
                    <a:gd name="T53" fmla="*/ 327 h 2636"/>
                    <a:gd name="T54" fmla="*/ 943 w 1511"/>
                    <a:gd name="T55" fmla="*/ 204 h 2636"/>
                    <a:gd name="T56" fmla="*/ 922 w 1511"/>
                    <a:gd name="T57" fmla="*/ 200 h 2636"/>
                    <a:gd name="T58" fmla="*/ 618 w 1511"/>
                    <a:gd name="T59" fmla="*/ 68 h 2636"/>
                    <a:gd name="T60" fmla="*/ 617 w 1511"/>
                    <a:gd name="T61" fmla="*/ 63 h 2636"/>
                    <a:gd name="T62" fmla="*/ 783 w 1511"/>
                    <a:gd name="T63" fmla="*/ 56 h 2636"/>
                    <a:gd name="T64" fmla="*/ 945 w 1511"/>
                    <a:gd name="T65" fmla="*/ 176 h 2636"/>
                    <a:gd name="T66" fmla="*/ 991 w 1511"/>
                    <a:gd name="T67" fmla="*/ 254 h 2636"/>
                    <a:gd name="T68" fmla="*/ 1003 w 1511"/>
                    <a:gd name="T69" fmla="*/ 269 h 2636"/>
                    <a:gd name="T70" fmla="*/ 1076 w 1511"/>
                    <a:gd name="T71" fmla="*/ 0 h 2636"/>
                    <a:gd name="T72" fmla="*/ 1121 w 1511"/>
                    <a:gd name="T73" fmla="*/ 109 h 2636"/>
                    <a:gd name="T74" fmla="*/ 1081 w 1511"/>
                    <a:gd name="T75" fmla="*/ 361 h 2636"/>
                    <a:gd name="T76" fmla="*/ 1081 w 1511"/>
                    <a:gd name="T77" fmla="*/ 393 h 2636"/>
                    <a:gd name="T78" fmla="*/ 1173 w 1511"/>
                    <a:gd name="T79" fmla="*/ 579 h 2636"/>
                    <a:gd name="T80" fmla="*/ 1181 w 1511"/>
                    <a:gd name="T81" fmla="*/ 593 h 2636"/>
                    <a:gd name="T82" fmla="*/ 1271 w 1511"/>
                    <a:gd name="T83" fmla="*/ 266 h 2636"/>
                    <a:gd name="T84" fmla="*/ 1249 w 1511"/>
                    <a:gd name="T85" fmla="*/ 754 h 2636"/>
                    <a:gd name="T86" fmla="*/ 1226 w 1511"/>
                    <a:gd name="T87" fmla="*/ 718 h 2636"/>
                    <a:gd name="T88" fmla="*/ 1276 w 1511"/>
                    <a:gd name="T89" fmla="*/ 942 h 2636"/>
                    <a:gd name="T90" fmla="*/ 1358 w 1511"/>
                    <a:gd name="T91" fmla="*/ 786 h 2636"/>
                    <a:gd name="T92" fmla="*/ 1502 w 1511"/>
                    <a:gd name="T93" fmla="*/ 686 h 2636"/>
                    <a:gd name="T94" fmla="*/ 1426 w 1511"/>
                    <a:gd name="T95" fmla="*/ 966 h 2636"/>
                    <a:gd name="T96" fmla="*/ 1300 w 1511"/>
                    <a:gd name="T97" fmla="*/ 1081 h 2636"/>
                    <a:gd name="T98" fmla="*/ 1289 w 1511"/>
                    <a:gd name="T99" fmla="*/ 1101 h 2636"/>
                    <a:gd name="T100" fmla="*/ 1061 w 1511"/>
                    <a:gd name="T101" fmla="*/ 2016 h 2636"/>
                    <a:gd name="T102" fmla="*/ 1060 w 1511"/>
                    <a:gd name="T103" fmla="*/ 2024 h 2636"/>
                    <a:gd name="T104" fmla="*/ 1474 w 1511"/>
                    <a:gd name="T105" fmla="*/ 1909 h 2636"/>
                    <a:gd name="T106" fmla="*/ 1250 w 1511"/>
                    <a:gd name="T107" fmla="*/ 2143 h 2636"/>
                    <a:gd name="T108" fmla="*/ 968 w 1511"/>
                    <a:gd name="T109" fmla="*/ 2179 h 2636"/>
                    <a:gd name="T110" fmla="*/ 1000 w 1511"/>
                    <a:gd name="T111" fmla="*/ 2110 h 2636"/>
                    <a:gd name="T112" fmla="*/ 7 w 1511"/>
                    <a:gd name="T113" fmla="*/ 2636 h 26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511" h="2636">
                      <a:moveTo>
                        <a:pt x="7" y="2636"/>
                      </a:moveTo>
                      <a:cubicBezTo>
                        <a:pt x="5" y="2608"/>
                        <a:pt x="3" y="2584"/>
                        <a:pt x="0" y="2557"/>
                      </a:cubicBezTo>
                      <a:cubicBezTo>
                        <a:pt x="178" y="2555"/>
                        <a:pt x="346" y="2516"/>
                        <a:pt x="504" y="2438"/>
                      </a:cubicBezTo>
                      <a:cubicBezTo>
                        <a:pt x="662" y="2360"/>
                        <a:pt x="796" y="2251"/>
                        <a:pt x="910" y="2118"/>
                      </a:cubicBezTo>
                      <a:cubicBezTo>
                        <a:pt x="739" y="1894"/>
                        <a:pt x="803" y="1637"/>
                        <a:pt x="887" y="1509"/>
                      </a:cubicBezTo>
                      <a:cubicBezTo>
                        <a:pt x="1013" y="1672"/>
                        <a:pt x="1021" y="1851"/>
                        <a:pt x="971" y="2042"/>
                      </a:cubicBezTo>
                      <a:cubicBezTo>
                        <a:pt x="996" y="2004"/>
                        <a:pt x="1022" y="1968"/>
                        <a:pt x="1044" y="1928"/>
                      </a:cubicBezTo>
                      <a:cubicBezTo>
                        <a:pt x="1074" y="1874"/>
                        <a:pt x="1101" y="1818"/>
                        <a:pt x="1129" y="1763"/>
                      </a:cubicBezTo>
                      <a:cubicBezTo>
                        <a:pt x="1136" y="1751"/>
                        <a:pt x="1135" y="1742"/>
                        <a:pt x="1123" y="1732"/>
                      </a:cubicBezTo>
                      <a:cubicBezTo>
                        <a:pt x="1033" y="1657"/>
                        <a:pt x="984" y="1560"/>
                        <a:pt x="971" y="1444"/>
                      </a:cubicBezTo>
                      <a:cubicBezTo>
                        <a:pt x="964" y="1377"/>
                        <a:pt x="970" y="1313"/>
                        <a:pt x="985" y="1248"/>
                      </a:cubicBezTo>
                      <a:cubicBezTo>
                        <a:pt x="986" y="1243"/>
                        <a:pt x="988" y="1239"/>
                        <a:pt x="990" y="1234"/>
                      </a:cubicBezTo>
                      <a:cubicBezTo>
                        <a:pt x="1079" y="1288"/>
                        <a:pt x="1173" y="1416"/>
                        <a:pt x="1180" y="1621"/>
                      </a:cubicBezTo>
                      <a:cubicBezTo>
                        <a:pt x="1213" y="1524"/>
                        <a:pt x="1234" y="1424"/>
                        <a:pt x="1245" y="1322"/>
                      </a:cubicBezTo>
                      <a:cubicBezTo>
                        <a:pt x="1052" y="1250"/>
                        <a:pt x="987" y="1099"/>
                        <a:pt x="984" y="907"/>
                      </a:cubicBezTo>
                      <a:cubicBezTo>
                        <a:pt x="1099" y="937"/>
                        <a:pt x="1226" y="1063"/>
                        <a:pt x="1249" y="1307"/>
                      </a:cubicBezTo>
                      <a:cubicBezTo>
                        <a:pt x="1251" y="1246"/>
                        <a:pt x="1256" y="1185"/>
                        <a:pt x="1255" y="1124"/>
                      </a:cubicBezTo>
                      <a:cubicBezTo>
                        <a:pt x="1253" y="1058"/>
                        <a:pt x="1245" y="992"/>
                        <a:pt x="1239" y="926"/>
                      </a:cubicBezTo>
                      <a:cubicBezTo>
                        <a:pt x="1239" y="920"/>
                        <a:pt x="1231" y="911"/>
                        <a:pt x="1226" y="911"/>
                      </a:cubicBezTo>
                      <a:cubicBezTo>
                        <a:pt x="1112" y="900"/>
                        <a:pt x="1033" y="839"/>
                        <a:pt x="980" y="741"/>
                      </a:cubicBezTo>
                      <a:cubicBezTo>
                        <a:pt x="961" y="705"/>
                        <a:pt x="949" y="666"/>
                        <a:pt x="931" y="624"/>
                      </a:cubicBezTo>
                      <a:cubicBezTo>
                        <a:pt x="1065" y="626"/>
                        <a:pt x="1149" y="694"/>
                        <a:pt x="1216" y="795"/>
                      </a:cubicBezTo>
                      <a:cubicBezTo>
                        <a:pt x="1196" y="699"/>
                        <a:pt x="1166" y="608"/>
                        <a:pt x="1128" y="519"/>
                      </a:cubicBezTo>
                      <a:cubicBezTo>
                        <a:pt x="1112" y="484"/>
                        <a:pt x="1095" y="449"/>
                        <a:pt x="1077" y="415"/>
                      </a:cubicBezTo>
                      <a:cubicBezTo>
                        <a:pt x="1074" y="408"/>
                        <a:pt x="1075" y="389"/>
                        <a:pt x="1056" y="399"/>
                      </a:cubicBezTo>
                      <a:cubicBezTo>
                        <a:pt x="1056" y="399"/>
                        <a:pt x="1051" y="393"/>
                        <a:pt x="1049" y="389"/>
                      </a:cubicBezTo>
                      <a:cubicBezTo>
                        <a:pt x="1039" y="368"/>
                        <a:pt x="1028" y="349"/>
                        <a:pt x="1021" y="327"/>
                      </a:cubicBezTo>
                      <a:cubicBezTo>
                        <a:pt x="1005" y="280"/>
                        <a:pt x="971" y="244"/>
                        <a:pt x="943" y="204"/>
                      </a:cubicBezTo>
                      <a:cubicBezTo>
                        <a:pt x="939" y="200"/>
                        <a:pt x="928" y="198"/>
                        <a:pt x="922" y="200"/>
                      </a:cubicBezTo>
                      <a:cubicBezTo>
                        <a:pt x="787" y="244"/>
                        <a:pt x="676" y="163"/>
                        <a:pt x="618" y="68"/>
                      </a:cubicBezTo>
                      <a:cubicBezTo>
                        <a:pt x="617" y="67"/>
                        <a:pt x="618" y="66"/>
                        <a:pt x="617" y="63"/>
                      </a:cubicBezTo>
                      <a:cubicBezTo>
                        <a:pt x="672" y="39"/>
                        <a:pt x="727" y="38"/>
                        <a:pt x="783" y="56"/>
                      </a:cubicBezTo>
                      <a:cubicBezTo>
                        <a:pt x="851" y="77"/>
                        <a:pt x="901" y="123"/>
                        <a:pt x="945" y="176"/>
                      </a:cubicBezTo>
                      <a:cubicBezTo>
                        <a:pt x="947" y="210"/>
                        <a:pt x="976" y="228"/>
                        <a:pt x="991" y="254"/>
                      </a:cubicBezTo>
                      <a:cubicBezTo>
                        <a:pt x="993" y="257"/>
                        <a:pt x="996" y="260"/>
                        <a:pt x="1003" y="269"/>
                      </a:cubicBezTo>
                      <a:cubicBezTo>
                        <a:pt x="991" y="166"/>
                        <a:pt x="1017" y="80"/>
                        <a:pt x="1076" y="0"/>
                      </a:cubicBezTo>
                      <a:cubicBezTo>
                        <a:pt x="1099" y="35"/>
                        <a:pt x="1113" y="71"/>
                        <a:pt x="1121" y="109"/>
                      </a:cubicBezTo>
                      <a:cubicBezTo>
                        <a:pt x="1138" y="198"/>
                        <a:pt x="1121" y="282"/>
                        <a:pt x="1081" y="361"/>
                      </a:cubicBezTo>
                      <a:cubicBezTo>
                        <a:pt x="1075" y="373"/>
                        <a:pt x="1075" y="381"/>
                        <a:pt x="1081" y="393"/>
                      </a:cubicBezTo>
                      <a:cubicBezTo>
                        <a:pt x="1113" y="455"/>
                        <a:pt x="1143" y="517"/>
                        <a:pt x="1173" y="579"/>
                      </a:cubicBezTo>
                      <a:cubicBezTo>
                        <a:pt x="1175" y="583"/>
                        <a:pt x="1177" y="588"/>
                        <a:pt x="1181" y="593"/>
                      </a:cubicBezTo>
                      <a:cubicBezTo>
                        <a:pt x="1167" y="471"/>
                        <a:pt x="1199" y="364"/>
                        <a:pt x="1271" y="266"/>
                      </a:cubicBezTo>
                      <a:cubicBezTo>
                        <a:pt x="1362" y="395"/>
                        <a:pt x="1354" y="598"/>
                        <a:pt x="1249" y="754"/>
                      </a:cubicBezTo>
                      <a:cubicBezTo>
                        <a:pt x="1242" y="743"/>
                        <a:pt x="1236" y="733"/>
                        <a:pt x="1226" y="718"/>
                      </a:cubicBezTo>
                      <a:cubicBezTo>
                        <a:pt x="1243" y="795"/>
                        <a:pt x="1259" y="866"/>
                        <a:pt x="1276" y="942"/>
                      </a:cubicBezTo>
                      <a:cubicBezTo>
                        <a:pt x="1292" y="881"/>
                        <a:pt x="1318" y="830"/>
                        <a:pt x="1358" y="786"/>
                      </a:cubicBezTo>
                      <a:cubicBezTo>
                        <a:pt x="1397" y="742"/>
                        <a:pt x="1445" y="709"/>
                        <a:pt x="1502" y="686"/>
                      </a:cubicBezTo>
                      <a:cubicBezTo>
                        <a:pt x="1511" y="791"/>
                        <a:pt x="1487" y="883"/>
                        <a:pt x="1426" y="966"/>
                      </a:cubicBezTo>
                      <a:cubicBezTo>
                        <a:pt x="1391" y="1012"/>
                        <a:pt x="1349" y="1050"/>
                        <a:pt x="1300" y="1081"/>
                      </a:cubicBezTo>
                      <a:cubicBezTo>
                        <a:pt x="1295" y="1085"/>
                        <a:pt x="1289" y="1094"/>
                        <a:pt x="1289" y="1101"/>
                      </a:cubicBezTo>
                      <a:cubicBezTo>
                        <a:pt x="1305" y="1429"/>
                        <a:pt x="1233" y="1735"/>
                        <a:pt x="1061" y="2016"/>
                      </a:cubicBezTo>
                      <a:cubicBezTo>
                        <a:pt x="1060" y="2018"/>
                        <a:pt x="1060" y="2020"/>
                        <a:pt x="1060" y="2024"/>
                      </a:cubicBezTo>
                      <a:cubicBezTo>
                        <a:pt x="1175" y="1906"/>
                        <a:pt x="1314" y="1875"/>
                        <a:pt x="1474" y="1909"/>
                      </a:cubicBezTo>
                      <a:cubicBezTo>
                        <a:pt x="1426" y="2016"/>
                        <a:pt x="1355" y="2096"/>
                        <a:pt x="1250" y="2143"/>
                      </a:cubicBezTo>
                      <a:cubicBezTo>
                        <a:pt x="1160" y="2183"/>
                        <a:pt x="1067" y="2192"/>
                        <a:pt x="968" y="2179"/>
                      </a:cubicBezTo>
                      <a:cubicBezTo>
                        <a:pt x="978" y="2156"/>
                        <a:pt x="988" y="2136"/>
                        <a:pt x="1000" y="2110"/>
                      </a:cubicBezTo>
                      <a:cubicBezTo>
                        <a:pt x="746" y="2438"/>
                        <a:pt x="424" y="2625"/>
                        <a:pt x="7" y="263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      <a:noAutofit/>
                </a:bodyPr>
                <a:lstStyle/>
                <a:p>
                  <a:pPr algn="ctr"/>
                  <a:endParaRPr lang="zh-CN" altLang="en-US" sz="27060">
                    <a:gradFill flip="none" rotWithShape="1">
                      <a:gsLst>
                        <a:gs pos="37000">
                          <a:schemeClr val="accent1"/>
                        </a:gs>
                        <a:gs pos="57000">
                          <a:schemeClr val="accent2"/>
                        </a:gs>
                      </a:gsLst>
                      <a:lin ang="0" scaled="1"/>
                      <a:tileRect/>
                    </a:gradFill>
                    <a:latin typeface="方正字迹-龙吟体 简" panose="02000500000000000000" pitchFamily="2" charset="-122"/>
                    <a:ea typeface="方正字迹-龙吟体 简" panose="02000500000000000000" pitchFamily="2" charset="-122"/>
                  </a:endParaRPr>
                </a:p>
              </p:txBody>
            </p:sp>
            <p:sp>
              <p:nvSpPr>
                <p:cNvPr id="1277" name="Freeform 1244"/>
                <p:cNvSpPr/>
                <p:nvPr/>
              </p:nvSpPr>
              <p:spPr bwMode="auto">
                <a:xfrm>
                  <a:off x="4377318" y="1014520"/>
                  <a:ext cx="106525" cy="245329"/>
                </a:xfrm>
                <a:custGeom>
                  <a:avLst/>
                  <a:gdLst>
                    <a:gd name="T0" fmla="*/ 158 w 270"/>
                    <a:gd name="T1" fmla="*/ 622 h 622"/>
                    <a:gd name="T2" fmla="*/ 117 w 270"/>
                    <a:gd name="T3" fmla="*/ 0 h 622"/>
                    <a:gd name="T4" fmla="*/ 158 w 270"/>
                    <a:gd name="T5" fmla="*/ 622 h 6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70" h="622">
                      <a:moveTo>
                        <a:pt x="158" y="622"/>
                      </a:moveTo>
                      <a:cubicBezTo>
                        <a:pt x="1" y="440"/>
                        <a:pt x="0" y="192"/>
                        <a:pt x="117" y="0"/>
                      </a:cubicBezTo>
                      <a:cubicBezTo>
                        <a:pt x="245" y="101"/>
                        <a:pt x="270" y="475"/>
                        <a:pt x="158" y="62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      <a:noAutofit/>
                </a:bodyPr>
                <a:lstStyle/>
                <a:p>
                  <a:pPr algn="ctr"/>
                  <a:endParaRPr lang="zh-CN" altLang="en-US" sz="27060">
                    <a:gradFill flip="none" rotWithShape="1">
                      <a:gsLst>
                        <a:gs pos="37000">
                          <a:schemeClr val="accent1"/>
                        </a:gs>
                        <a:gs pos="57000">
                          <a:schemeClr val="accent2"/>
                        </a:gs>
                      </a:gsLst>
                      <a:lin ang="0" scaled="1"/>
                      <a:tileRect/>
                    </a:gradFill>
                    <a:latin typeface="方正字迹-龙吟体 简" panose="02000500000000000000" pitchFamily="2" charset="-122"/>
                    <a:ea typeface="方正字迹-龙吟体 简" panose="02000500000000000000" pitchFamily="2" charset="-122"/>
                  </a:endParaRPr>
                </a:p>
              </p:txBody>
            </p:sp>
            <p:sp>
              <p:nvSpPr>
                <p:cNvPr id="1278" name="Freeform 1246"/>
                <p:cNvSpPr/>
                <p:nvPr/>
              </p:nvSpPr>
              <p:spPr bwMode="auto">
                <a:xfrm>
                  <a:off x="4488567" y="970890"/>
                  <a:ext cx="107873" cy="245329"/>
                </a:xfrm>
                <a:custGeom>
                  <a:avLst/>
                  <a:gdLst>
                    <a:gd name="T0" fmla="*/ 163 w 274"/>
                    <a:gd name="T1" fmla="*/ 622 h 622"/>
                    <a:gd name="T2" fmla="*/ 122 w 274"/>
                    <a:gd name="T3" fmla="*/ 0 h 622"/>
                    <a:gd name="T4" fmla="*/ 163 w 274"/>
                    <a:gd name="T5" fmla="*/ 622 h 6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74" h="622">
                      <a:moveTo>
                        <a:pt x="163" y="622"/>
                      </a:moveTo>
                      <a:cubicBezTo>
                        <a:pt x="12" y="454"/>
                        <a:pt x="0" y="198"/>
                        <a:pt x="122" y="0"/>
                      </a:cubicBezTo>
                      <a:cubicBezTo>
                        <a:pt x="250" y="104"/>
                        <a:pt x="274" y="471"/>
                        <a:pt x="163" y="62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      <a:noAutofit/>
                </a:bodyPr>
                <a:lstStyle/>
                <a:p>
                  <a:pPr algn="ctr"/>
                  <a:endParaRPr lang="zh-CN" altLang="en-US" sz="27060">
                    <a:gradFill flip="none" rotWithShape="1">
                      <a:gsLst>
                        <a:gs pos="37000">
                          <a:schemeClr val="accent1"/>
                        </a:gs>
                        <a:gs pos="57000">
                          <a:schemeClr val="accent2"/>
                        </a:gs>
                      </a:gsLst>
                      <a:lin ang="0" scaled="1"/>
                      <a:tileRect/>
                    </a:gradFill>
                    <a:latin typeface="方正字迹-龙吟体 简" panose="02000500000000000000" pitchFamily="2" charset="-122"/>
                    <a:ea typeface="方正字迹-龙吟体 简" panose="02000500000000000000" pitchFamily="2" charset="-122"/>
                  </a:endParaRPr>
                </a:p>
              </p:txBody>
            </p:sp>
            <p:sp>
              <p:nvSpPr>
                <p:cNvPr id="1279" name="Freeform 1248"/>
                <p:cNvSpPr/>
                <p:nvPr/>
              </p:nvSpPr>
              <p:spPr bwMode="auto">
                <a:xfrm>
                  <a:off x="4451864" y="1274091"/>
                  <a:ext cx="215752" cy="130061"/>
                </a:xfrm>
                <a:custGeom>
                  <a:avLst/>
                  <a:gdLst>
                    <a:gd name="T0" fmla="*/ 0 w 547"/>
                    <a:gd name="T1" fmla="*/ 167 h 330"/>
                    <a:gd name="T2" fmla="*/ 547 w 547"/>
                    <a:gd name="T3" fmla="*/ 198 h 330"/>
                    <a:gd name="T4" fmla="*/ 0 w 547"/>
                    <a:gd name="T5" fmla="*/ 167 h 3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47" h="330">
                      <a:moveTo>
                        <a:pt x="0" y="167"/>
                      </a:moveTo>
                      <a:cubicBezTo>
                        <a:pt x="179" y="0"/>
                        <a:pt x="402" y="54"/>
                        <a:pt x="547" y="198"/>
                      </a:cubicBezTo>
                      <a:cubicBezTo>
                        <a:pt x="446" y="330"/>
                        <a:pt x="128" y="311"/>
                        <a:pt x="0" y="16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      <a:noAutofit/>
                </a:bodyPr>
                <a:lstStyle/>
                <a:p>
                  <a:pPr algn="ctr"/>
                  <a:endParaRPr lang="zh-CN" altLang="en-US" sz="27060">
                    <a:gradFill flip="none" rotWithShape="1">
                      <a:gsLst>
                        <a:gs pos="37000">
                          <a:schemeClr val="accent1"/>
                        </a:gs>
                        <a:gs pos="57000">
                          <a:schemeClr val="accent2"/>
                        </a:gs>
                      </a:gsLst>
                      <a:lin ang="0" scaled="1"/>
                      <a:tileRect/>
                    </a:gradFill>
                    <a:latin typeface="方正字迹-龙吟体 简" panose="02000500000000000000" pitchFamily="2" charset="-122"/>
                    <a:ea typeface="方正字迹-龙吟体 简" panose="02000500000000000000" pitchFamily="2" charset="-122"/>
                  </a:endParaRPr>
                </a:p>
              </p:txBody>
            </p:sp>
            <p:sp>
              <p:nvSpPr>
                <p:cNvPr id="1280" name="Freeform 1251"/>
                <p:cNvSpPr/>
                <p:nvPr/>
              </p:nvSpPr>
              <p:spPr bwMode="auto">
                <a:xfrm>
                  <a:off x="4607357" y="1201096"/>
                  <a:ext cx="216753" cy="109559"/>
                </a:xfrm>
                <a:custGeom>
                  <a:avLst/>
                  <a:gdLst>
                    <a:gd name="T0" fmla="*/ 0 w 549"/>
                    <a:gd name="T1" fmla="*/ 154 h 278"/>
                    <a:gd name="T2" fmla="*/ 549 w 549"/>
                    <a:gd name="T3" fmla="*/ 186 h 278"/>
                    <a:gd name="T4" fmla="*/ 309 w 549"/>
                    <a:gd name="T5" fmla="*/ 276 h 278"/>
                    <a:gd name="T6" fmla="*/ 6 w 549"/>
                    <a:gd name="T7" fmla="*/ 160 h 278"/>
                    <a:gd name="T8" fmla="*/ 0 w 549"/>
                    <a:gd name="T9" fmla="*/ 154 h 2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49" h="278">
                      <a:moveTo>
                        <a:pt x="0" y="154"/>
                      </a:moveTo>
                      <a:cubicBezTo>
                        <a:pt x="155" y="0"/>
                        <a:pt x="383" y="21"/>
                        <a:pt x="549" y="186"/>
                      </a:cubicBezTo>
                      <a:cubicBezTo>
                        <a:pt x="480" y="245"/>
                        <a:pt x="401" y="278"/>
                        <a:pt x="309" y="276"/>
                      </a:cubicBezTo>
                      <a:cubicBezTo>
                        <a:pt x="194" y="273"/>
                        <a:pt x="96" y="228"/>
                        <a:pt x="6" y="160"/>
                      </a:cubicBezTo>
                      <a:cubicBezTo>
                        <a:pt x="4" y="158"/>
                        <a:pt x="2" y="156"/>
                        <a:pt x="0" y="154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      <a:noAutofit/>
                </a:bodyPr>
                <a:lstStyle/>
                <a:p>
                  <a:pPr algn="ctr"/>
                  <a:endParaRPr lang="zh-CN" altLang="en-US" sz="27060">
                    <a:gradFill flip="none" rotWithShape="1">
                      <a:gsLst>
                        <a:gs pos="37000">
                          <a:schemeClr val="accent1"/>
                        </a:gs>
                        <a:gs pos="57000">
                          <a:schemeClr val="accent2"/>
                        </a:gs>
                      </a:gsLst>
                      <a:lin ang="0" scaled="1"/>
                      <a:tileRect/>
                    </a:gradFill>
                    <a:latin typeface="方正字迹-龙吟体 简" panose="02000500000000000000" pitchFamily="2" charset="-122"/>
                    <a:ea typeface="方正字迹-龙吟体 简" panose="02000500000000000000" pitchFamily="2" charset="-122"/>
                  </a:endParaRPr>
                </a:p>
              </p:txBody>
            </p:sp>
            <p:sp>
              <p:nvSpPr>
                <p:cNvPr id="1281" name="Freeform 1253"/>
                <p:cNvSpPr/>
                <p:nvPr/>
              </p:nvSpPr>
              <p:spPr bwMode="auto">
                <a:xfrm>
                  <a:off x="4776956" y="898241"/>
                  <a:ext cx="171057" cy="130058"/>
                </a:xfrm>
                <a:custGeom>
                  <a:avLst/>
                  <a:gdLst>
                    <a:gd name="T0" fmla="*/ 0 w 434"/>
                    <a:gd name="T1" fmla="*/ 298 h 330"/>
                    <a:gd name="T2" fmla="*/ 434 w 434"/>
                    <a:gd name="T3" fmla="*/ 65 h 330"/>
                    <a:gd name="T4" fmla="*/ 0 w 434"/>
                    <a:gd name="T5" fmla="*/ 298 h 3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4" h="330">
                      <a:moveTo>
                        <a:pt x="0" y="298"/>
                      </a:moveTo>
                      <a:cubicBezTo>
                        <a:pt x="55" y="120"/>
                        <a:pt x="280" y="0"/>
                        <a:pt x="434" y="65"/>
                      </a:cubicBezTo>
                      <a:cubicBezTo>
                        <a:pt x="378" y="227"/>
                        <a:pt x="193" y="330"/>
                        <a:pt x="0" y="298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      <a:noAutofit/>
                </a:bodyPr>
                <a:lstStyle/>
                <a:p>
                  <a:pPr algn="ctr"/>
                  <a:endParaRPr lang="zh-CN" altLang="en-US" sz="27060">
                    <a:gradFill flip="none" rotWithShape="1">
                      <a:gsLst>
                        <a:gs pos="37000">
                          <a:schemeClr val="accent1"/>
                        </a:gs>
                        <a:gs pos="57000">
                          <a:schemeClr val="accent2"/>
                        </a:gs>
                      </a:gsLst>
                      <a:lin ang="0" scaled="1"/>
                      <a:tileRect/>
                    </a:gradFill>
                    <a:latin typeface="方正字迹-龙吟体 简" panose="02000500000000000000" pitchFamily="2" charset="-122"/>
                    <a:ea typeface="方正字迹-龙吟体 简" panose="02000500000000000000" pitchFamily="2" charset="-122"/>
                  </a:endParaRPr>
                </a:p>
              </p:txBody>
            </p:sp>
            <p:sp>
              <p:nvSpPr>
                <p:cNvPr id="1282" name="Freeform 1255"/>
                <p:cNvSpPr/>
                <p:nvPr/>
              </p:nvSpPr>
              <p:spPr bwMode="auto">
                <a:xfrm>
                  <a:off x="4805725" y="724130"/>
                  <a:ext cx="124341" cy="165341"/>
                </a:xfrm>
                <a:custGeom>
                  <a:avLst/>
                  <a:gdLst>
                    <a:gd name="T0" fmla="*/ 314 w 315"/>
                    <a:gd name="T1" fmla="*/ 0 h 419"/>
                    <a:gd name="T2" fmla="*/ 10 w 315"/>
                    <a:gd name="T3" fmla="*/ 419 h 419"/>
                    <a:gd name="T4" fmla="*/ 314 w 315"/>
                    <a:gd name="T5" fmla="*/ 0 h 4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15" h="419">
                      <a:moveTo>
                        <a:pt x="314" y="0"/>
                      </a:moveTo>
                      <a:cubicBezTo>
                        <a:pt x="315" y="217"/>
                        <a:pt x="159" y="373"/>
                        <a:pt x="10" y="419"/>
                      </a:cubicBezTo>
                      <a:cubicBezTo>
                        <a:pt x="0" y="202"/>
                        <a:pt x="143" y="33"/>
                        <a:pt x="314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      <a:noAutofit/>
                </a:bodyPr>
                <a:lstStyle/>
                <a:p>
                  <a:pPr algn="ctr"/>
                  <a:endParaRPr lang="zh-CN" altLang="en-US" sz="27060">
                    <a:gradFill flip="none" rotWithShape="1">
                      <a:gsLst>
                        <a:gs pos="37000">
                          <a:schemeClr val="accent1"/>
                        </a:gs>
                        <a:gs pos="57000">
                          <a:schemeClr val="accent2"/>
                        </a:gs>
                      </a:gsLst>
                      <a:lin ang="0" scaled="1"/>
                      <a:tileRect/>
                    </a:gradFill>
                    <a:latin typeface="方正字迹-龙吟体 简" panose="02000500000000000000" pitchFamily="2" charset="-122"/>
                    <a:ea typeface="方正字迹-龙吟体 简" panose="02000500000000000000" pitchFamily="2" charset="-122"/>
                  </a:endParaRPr>
                </a:p>
              </p:txBody>
            </p:sp>
            <p:sp>
              <p:nvSpPr>
                <p:cNvPr id="1283" name="Freeform 1257"/>
                <p:cNvSpPr/>
                <p:nvPr/>
              </p:nvSpPr>
              <p:spPr bwMode="auto">
                <a:xfrm>
                  <a:off x="4583732" y="414757"/>
                  <a:ext cx="136776" cy="113256"/>
                </a:xfrm>
                <a:custGeom>
                  <a:avLst/>
                  <a:gdLst>
                    <a:gd name="T0" fmla="*/ 0 w 347"/>
                    <a:gd name="T1" fmla="*/ 29 h 287"/>
                    <a:gd name="T2" fmla="*/ 347 w 347"/>
                    <a:gd name="T3" fmla="*/ 251 h 287"/>
                    <a:gd name="T4" fmla="*/ 0 w 347"/>
                    <a:gd name="T5" fmla="*/ 29 h 2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47" h="287">
                      <a:moveTo>
                        <a:pt x="0" y="29"/>
                      </a:moveTo>
                      <a:cubicBezTo>
                        <a:pt x="142" y="0"/>
                        <a:pt x="282" y="102"/>
                        <a:pt x="347" y="251"/>
                      </a:cubicBezTo>
                      <a:cubicBezTo>
                        <a:pt x="196" y="287"/>
                        <a:pt x="55" y="188"/>
                        <a:pt x="0" y="2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      <a:noAutofit/>
                </a:bodyPr>
                <a:lstStyle/>
                <a:p>
                  <a:pPr algn="ctr"/>
                  <a:endParaRPr lang="zh-CN" altLang="en-US" sz="27060">
                    <a:gradFill flip="none" rotWithShape="1">
                      <a:gsLst>
                        <a:gs pos="37000">
                          <a:schemeClr val="accent1"/>
                        </a:gs>
                        <a:gs pos="57000">
                          <a:schemeClr val="accent2"/>
                        </a:gs>
                      </a:gsLst>
                      <a:lin ang="0" scaled="1"/>
                      <a:tileRect/>
                    </a:gradFill>
                    <a:latin typeface="方正字迹-龙吟体 简" panose="02000500000000000000" pitchFamily="2" charset="-122"/>
                    <a:ea typeface="方正字迹-龙吟体 简" panose="02000500000000000000" pitchFamily="2" charset="-122"/>
                  </a:endParaRPr>
                </a:p>
              </p:txBody>
            </p:sp>
            <p:sp>
              <p:nvSpPr>
                <p:cNvPr id="1284" name="Freeform 1259"/>
                <p:cNvSpPr/>
                <p:nvPr/>
              </p:nvSpPr>
              <p:spPr bwMode="auto">
                <a:xfrm>
                  <a:off x="4466754" y="199455"/>
                  <a:ext cx="131734" cy="94093"/>
                </a:xfrm>
                <a:custGeom>
                  <a:avLst/>
                  <a:gdLst>
                    <a:gd name="T0" fmla="*/ 0 w 334"/>
                    <a:gd name="T1" fmla="*/ 57 h 238"/>
                    <a:gd name="T2" fmla="*/ 334 w 334"/>
                    <a:gd name="T3" fmla="*/ 179 h 238"/>
                    <a:gd name="T4" fmla="*/ 0 w 334"/>
                    <a:gd name="T5" fmla="*/ 57 h 2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34" h="238">
                      <a:moveTo>
                        <a:pt x="0" y="57"/>
                      </a:moveTo>
                      <a:cubicBezTo>
                        <a:pt x="110" y="0"/>
                        <a:pt x="255" y="62"/>
                        <a:pt x="334" y="179"/>
                      </a:cubicBezTo>
                      <a:cubicBezTo>
                        <a:pt x="218" y="238"/>
                        <a:pt x="74" y="190"/>
                        <a:pt x="0" y="5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      <a:noAutofit/>
                </a:bodyPr>
                <a:lstStyle/>
                <a:p>
                  <a:pPr algn="ctr"/>
                  <a:endParaRPr lang="zh-CN" altLang="en-US" sz="27060">
                    <a:gradFill flip="none" rotWithShape="1">
                      <a:gsLst>
                        <a:gs pos="37000">
                          <a:schemeClr val="accent1"/>
                        </a:gs>
                        <a:gs pos="57000">
                          <a:schemeClr val="accent2"/>
                        </a:gs>
                      </a:gsLst>
                      <a:lin ang="0" scaled="1"/>
                      <a:tileRect/>
                    </a:gradFill>
                    <a:latin typeface="方正字迹-龙吟体 简" panose="02000500000000000000" pitchFamily="2" charset="-122"/>
                    <a:ea typeface="方正字迹-龙吟体 简" panose="02000500000000000000" pitchFamily="2" charset="-122"/>
                  </a:endParaRPr>
                </a:p>
              </p:txBody>
            </p:sp>
            <p:sp>
              <p:nvSpPr>
                <p:cNvPr id="1285" name="Freeform 1261"/>
                <p:cNvSpPr/>
                <p:nvPr/>
              </p:nvSpPr>
              <p:spPr bwMode="auto">
                <a:xfrm>
                  <a:off x="4606632" y="215195"/>
                  <a:ext cx="71581" cy="101490"/>
                </a:xfrm>
                <a:custGeom>
                  <a:avLst/>
                  <a:gdLst>
                    <a:gd name="T0" fmla="*/ 181 w 181"/>
                    <a:gd name="T1" fmla="*/ 257 h 257"/>
                    <a:gd name="T2" fmla="*/ 8 w 181"/>
                    <a:gd name="T3" fmla="*/ 0 h 257"/>
                    <a:gd name="T4" fmla="*/ 181 w 181"/>
                    <a:gd name="T5" fmla="*/ 257 h 2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81" h="257">
                      <a:moveTo>
                        <a:pt x="181" y="257"/>
                      </a:moveTo>
                      <a:cubicBezTo>
                        <a:pt x="63" y="231"/>
                        <a:pt x="0" y="106"/>
                        <a:pt x="8" y="0"/>
                      </a:cubicBezTo>
                      <a:cubicBezTo>
                        <a:pt x="101" y="17"/>
                        <a:pt x="179" y="137"/>
                        <a:pt x="181" y="25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      <a:noAutofit/>
                </a:bodyPr>
                <a:lstStyle/>
                <a:p>
                  <a:pPr algn="ctr"/>
                  <a:endParaRPr lang="zh-CN" altLang="en-US" sz="27060">
                    <a:gradFill flip="none" rotWithShape="1">
                      <a:gsLst>
                        <a:gs pos="37000">
                          <a:schemeClr val="accent1"/>
                        </a:gs>
                        <a:gs pos="57000">
                          <a:schemeClr val="accent2"/>
                        </a:gs>
                      </a:gsLst>
                      <a:lin ang="0" scaled="1"/>
                      <a:tileRect/>
                    </a:gradFill>
                    <a:latin typeface="方正字迹-龙吟体 简" panose="02000500000000000000" pitchFamily="2" charset="-122"/>
                    <a:ea typeface="方正字迹-龙吟体 简" panose="02000500000000000000" pitchFamily="2" charset="-122"/>
                  </a:endParaRPr>
                </a:p>
              </p:txBody>
            </p:sp>
          </p:grpSp>
        </p:grpSp>
        <p:sp>
          <p:nvSpPr>
            <p:cNvPr id="1296" name="文本框 1295"/>
            <p:cNvSpPr txBox="1"/>
            <p:nvPr/>
          </p:nvSpPr>
          <p:spPr>
            <a:xfrm>
              <a:off x="1674278" y="4895253"/>
              <a:ext cx="2103120" cy="533400"/>
            </a:xfrm>
            <a:prstGeom prst="rect">
              <a:avLst/>
            </a:prstGeom>
            <a:noFill/>
            <a:effectLst/>
          </p:spPr>
          <p:txBody>
            <a:bodyPr wrap="square" lIns="188706" tIns="94353" rIns="188706" bIns="94353" rtlCol="0">
              <a:noAutofit/>
            </a:bodyPr>
            <a:lstStyle/>
            <a:p>
              <a:pPr algn="ctr"/>
              <a:r>
                <a:rPr lang="en-US" altLang="zh-CN" sz="2400">
                  <a:solidFill>
                    <a:schemeClr val="accent2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2</a:t>
              </a:r>
              <a:r>
                <a:rPr lang="zh-CN" altLang="en-US" sz="2400">
                  <a:solidFill>
                    <a:schemeClr val="accent2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户农户</a:t>
              </a:r>
              <a:r>
                <a:rPr lang="zh-CN" altLang="en-US" sz="2400">
                  <a:solidFill>
                    <a:schemeClr val="accent2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签约</a:t>
              </a:r>
              <a:endParaRPr lang="zh-CN" altLang="en-US" sz="2400">
                <a:solidFill>
                  <a:schemeClr val="accent2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grpSp>
          <p:nvGrpSpPr>
            <p:cNvPr id="1297" name="Group 338+"/>
            <p:cNvGrpSpPr/>
            <p:nvPr/>
          </p:nvGrpSpPr>
          <p:grpSpPr>
            <a:xfrm>
              <a:off x="2406738" y="5449896"/>
              <a:ext cx="498659" cy="109325"/>
              <a:chOff x="8404798" y="2019926"/>
              <a:chExt cx="498659" cy="109325"/>
            </a:xfrm>
          </p:grpSpPr>
          <p:sp>
            <p:nvSpPr>
              <p:cNvPr id="1298" name="Freeform 1340"/>
              <p:cNvSpPr/>
              <p:nvPr/>
            </p:nvSpPr>
            <p:spPr bwMode="auto">
              <a:xfrm>
                <a:off x="8597274" y="2019926"/>
                <a:ext cx="113716" cy="109106"/>
              </a:xfrm>
              <a:custGeom>
                <a:avLst/>
                <a:gdLst>
                  <a:gd name="T0" fmla="*/ 63 w 125"/>
                  <a:gd name="T1" fmla="*/ 0 h 120"/>
                  <a:gd name="T2" fmla="*/ 82 w 125"/>
                  <a:gd name="T3" fmla="*/ 40 h 120"/>
                  <a:gd name="T4" fmla="*/ 125 w 125"/>
                  <a:gd name="T5" fmla="*/ 46 h 120"/>
                  <a:gd name="T6" fmla="*/ 95 w 125"/>
                  <a:gd name="T7" fmla="*/ 76 h 120"/>
                  <a:gd name="T8" fmla="*/ 102 w 125"/>
                  <a:gd name="T9" fmla="*/ 120 h 120"/>
                  <a:gd name="T10" fmla="*/ 63 w 125"/>
                  <a:gd name="T11" fmla="*/ 99 h 120"/>
                  <a:gd name="T12" fmla="*/ 24 w 125"/>
                  <a:gd name="T13" fmla="*/ 120 h 120"/>
                  <a:gd name="T14" fmla="*/ 31 w 125"/>
                  <a:gd name="T15" fmla="*/ 76 h 120"/>
                  <a:gd name="T16" fmla="*/ 0 w 125"/>
                  <a:gd name="T17" fmla="*/ 46 h 120"/>
                  <a:gd name="T18" fmla="*/ 43 w 125"/>
                  <a:gd name="T19" fmla="*/ 40 h 120"/>
                  <a:gd name="T20" fmla="*/ 63 w 125"/>
                  <a:gd name="T21" fmla="*/ 0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25" h="120">
                    <a:moveTo>
                      <a:pt x="63" y="0"/>
                    </a:moveTo>
                    <a:lnTo>
                      <a:pt x="82" y="40"/>
                    </a:lnTo>
                    <a:lnTo>
                      <a:pt x="125" y="46"/>
                    </a:lnTo>
                    <a:lnTo>
                      <a:pt x="95" y="76"/>
                    </a:lnTo>
                    <a:lnTo>
                      <a:pt x="102" y="120"/>
                    </a:lnTo>
                    <a:lnTo>
                      <a:pt x="63" y="99"/>
                    </a:lnTo>
                    <a:lnTo>
                      <a:pt x="24" y="120"/>
                    </a:lnTo>
                    <a:lnTo>
                      <a:pt x="31" y="76"/>
                    </a:lnTo>
                    <a:lnTo>
                      <a:pt x="0" y="46"/>
                    </a:lnTo>
                    <a:lnTo>
                      <a:pt x="43" y="40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13000">
                    <a:srgbClr val="36B43C"/>
                  </a:gs>
                  <a:gs pos="85000">
                    <a:srgbClr val="0D7528"/>
                  </a:gs>
                </a:gsLst>
                <a:lin ang="5400000" scaled="1"/>
              </a:gra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110642" tIns="55321" rIns="110642" bIns="55321" numCol="1" spcCol="0" rtlCol="0" fromWordArt="0" anchor="t" anchorCtr="0" forceAA="0" compatLnSpc="1">
                <a:noAutofit/>
              </a:bodyPr>
              <a:lstStyle/>
              <a:p>
                <a:pPr>
                  <a:defRPr/>
                </a:pPr>
                <a:endParaRPr lang="zh-CN" altLang="en-US" sz="3870">
                  <a:gradFill>
                    <a:gsLst>
                      <a:gs pos="13000">
                        <a:srgbClr val="36B43C"/>
                      </a:gs>
                      <a:gs pos="85000">
                        <a:srgbClr val="0D7528"/>
                      </a:gs>
                    </a:gsLst>
                    <a:lin ang="5400000" scaled="1"/>
                  </a:gradFill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1299" name="Freeform 1341"/>
              <p:cNvSpPr/>
              <p:nvPr/>
            </p:nvSpPr>
            <p:spPr bwMode="auto">
              <a:xfrm>
                <a:off x="8404798" y="2048574"/>
                <a:ext cx="79140" cy="80677"/>
              </a:xfrm>
              <a:custGeom>
                <a:avLst/>
                <a:gdLst>
                  <a:gd name="T0" fmla="*/ 56 w 87"/>
                  <a:gd name="T1" fmla="*/ 0 h 89"/>
                  <a:gd name="T2" fmla="*/ 60 w 87"/>
                  <a:gd name="T3" fmla="*/ 30 h 89"/>
                  <a:gd name="T4" fmla="*/ 87 w 87"/>
                  <a:gd name="T5" fmla="*/ 47 h 89"/>
                  <a:gd name="T6" fmla="*/ 58 w 87"/>
                  <a:gd name="T7" fmla="*/ 58 h 89"/>
                  <a:gd name="T8" fmla="*/ 52 w 87"/>
                  <a:gd name="T9" fmla="*/ 89 h 89"/>
                  <a:gd name="T10" fmla="*/ 31 w 87"/>
                  <a:gd name="T11" fmla="*/ 65 h 89"/>
                  <a:gd name="T12" fmla="*/ 0 w 87"/>
                  <a:gd name="T13" fmla="*/ 69 h 89"/>
                  <a:gd name="T14" fmla="*/ 17 w 87"/>
                  <a:gd name="T15" fmla="*/ 42 h 89"/>
                  <a:gd name="T16" fmla="*/ 4 w 87"/>
                  <a:gd name="T17" fmla="*/ 12 h 89"/>
                  <a:gd name="T18" fmla="*/ 34 w 87"/>
                  <a:gd name="T19" fmla="*/ 21 h 89"/>
                  <a:gd name="T20" fmla="*/ 56 w 87"/>
                  <a:gd name="T21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7" h="89">
                    <a:moveTo>
                      <a:pt x="56" y="0"/>
                    </a:moveTo>
                    <a:lnTo>
                      <a:pt x="60" y="30"/>
                    </a:lnTo>
                    <a:lnTo>
                      <a:pt x="87" y="47"/>
                    </a:lnTo>
                    <a:lnTo>
                      <a:pt x="58" y="58"/>
                    </a:lnTo>
                    <a:lnTo>
                      <a:pt x="52" y="89"/>
                    </a:lnTo>
                    <a:lnTo>
                      <a:pt x="31" y="65"/>
                    </a:lnTo>
                    <a:lnTo>
                      <a:pt x="0" y="69"/>
                    </a:lnTo>
                    <a:lnTo>
                      <a:pt x="17" y="42"/>
                    </a:lnTo>
                    <a:lnTo>
                      <a:pt x="4" y="12"/>
                    </a:lnTo>
                    <a:lnTo>
                      <a:pt x="34" y="21"/>
                    </a:lnTo>
                    <a:lnTo>
                      <a:pt x="56" y="0"/>
                    </a:lnTo>
                    <a:close/>
                  </a:path>
                </a:pathLst>
              </a:custGeom>
              <a:gradFill>
                <a:gsLst>
                  <a:gs pos="13000">
                    <a:srgbClr val="36B43C"/>
                  </a:gs>
                  <a:gs pos="85000">
                    <a:srgbClr val="0D7528"/>
                  </a:gs>
                </a:gsLst>
                <a:lin ang="5400000" scaled="1"/>
              </a:gra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110642" tIns="55321" rIns="110642" bIns="55321" numCol="1" spcCol="0" rtlCol="0" fromWordArt="0" anchor="t" anchorCtr="0" forceAA="0" compatLnSpc="1">
                <a:noAutofit/>
              </a:bodyPr>
              <a:lstStyle/>
              <a:p>
                <a:pPr>
                  <a:defRPr/>
                </a:pPr>
                <a:endParaRPr lang="zh-CN" altLang="en-US" sz="3870">
                  <a:gradFill>
                    <a:gsLst>
                      <a:gs pos="13000">
                        <a:srgbClr val="36B43C"/>
                      </a:gs>
                      <a:gs pos="85000">
                        <a:srgbClr val="0D7528"/>
                      </a:gs>
                    </a:gsLst>
                    <a:lin ang="5400000" scaled="1"/>
                  </a:gradFill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1300" name="Freeform 1342"/>
              <p:cNvSpPr/>
              <p:nvPr/>
            </p:nvSpPr>
            <p:spPr bwMode="auto">
              <a:xfrm>
                <a:off x="8824317" y="2048574"/>
                <a:ext cx="79140" cy="80677"/>
              </a:xfrm>
              <a:custGeom>
                <a:avLst/>
                <a:gdLst>
                  <a:gd name="T0" fmla="*/ 29 w 87"/>
                  <a:gd name="T1" fmla="*/ 0 h 89"/>
                  <a:gd name="T2" fmla="*/ 27 w 87"/>
                  <a:gd name="T3" fmla="*/ 30 h 89"/>
                  <a:gd name="T4" fmla="*/ 0 w 87"/>
                  <a:gd name="T5" fmla="*/ 47 h 89"/>
                  <a:gd name="T6" fmla="*/ 28 w 87"/>
                  <a:gd name="T7" fmla="*/ 58 h 89"/>
                  <a:gd name="T8" fmla="*/ 35 w 87"/>
                  <a:gd name="T9" fmla="*/ 89 h 89"/>
                  <a:gd name="T10" fmla="*/ 55 w 87"/>
                  <a:gd name="T11" fmla="*/ 65 h 89"/>
                  <a:gd name="T12" fmla="*/ 87 w 87"/>
                  <a:gd name="T13" fmla="*/ 69 h 89"/>
                  <a:gd name="T14" fmla="*/ 71 w 87"/>
                  <a:gd name="T15" fmla="*/ 42 h 89"/>
                  <a:gd name="T16" fmla="*/ 83 w 87"/>
                  <a:gd name="T17" fmla="*/ 12 h 89"/>
                  <a:gd name="T18" fmla="*/ 53 w 87"/>
                  <a:gd name="T19" fmla="*/ 21 h 89"/>
                  <a:gd name="T20" fmla="*/ 29 w 87"/>
                  <a:gd name="T21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7" h="89">
                    <a:moveTo>
                      <a:pt x="29" y="0"/>
                    </a:moveTo>
                    <a:lnTo>
                      <a:pt x="27" y="30"/>
                    </a:lnTo>
                    <a:lnTo>
                      <a:pt x="0" y="47"/>
                    </a:lnTo>
                    <a:lnTo>
                      <a:pt x="28" y="58"/>
                    </a:lnTo>
                    <a:lnTo>
                      <a:pt x="35" y="89"/>
                    </a:lnTo>
                    <a:lnTo>
                      <a:pt x="55" y="65"/>
                    </a:lnTo>
                    <a:lnTo>
                      <a:pt x="87" y="69"/>
                    </a:lnTo>
                    <a:lnTo>
                      <a:pt x="71" y="42"/>
                    </a:lnTo>
                    <a:lnTo>
                      <a:pt x="83" y="12"/>
                    </a:lnTo>
                    <a:lnTo>
                      <a:pt x="53" y="21"/>
                    </a:lnTo>
                    <a:lnTo>
                      <a:pt x="29" y="0"/>
                    </a:lnTo>
                    <a:close/>
                  </a:path>
                </a:pathLst>
              </a:custGeom>
              <a:gradFill>
                <a:gsLst>
                  <a:gs pos="13000">
                    <a:srgbClr val="36B43C"/>
                  </a:gs>
                  <a:gs pos="85000">
                    <a:srgbClr val="0D7528"/>
                  </a:gs>
                </a:gsLst>
                <a:lin ang="5400000" scaled="1"/>
              </a:gra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110642" tIns="55321" rIns="110642" bIns="55321" numCol="1" spcCol="0" rtlCol="0" fromWordArt="0" anchor="t" anchorCtr="0" forceAA="0" compatLnSpc="1">
                <a:noAutofit/>
              </a:bodyPr>
              <a:lstStyle/>
              <a:p>
                <a:pPr>
                  <a:defRPr/>
                </a:pPr>
                <a:endParaRPr lang="zh-CN" altLang="en-US" sz="3870">
                  <a:gradFill>
                    <a:gsLst>
                      <a:gs pos="13000">
                        <a:srgbClr val="36B43C"/>
                      </a:gs>
                      <a:gs pos="85000">
                        <a:srgbClr val="0D7528"/>
                      </a:gs>
                    </a:gsLst>
                    <a:lin ang="5400000" scaled="1"/>
                  </a:gradFill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</p:grpSp>
      </p:grpSp>
      <p:grpSp>
        <p:nvGrpSpPr>
          <p:cNvPr id="1302" name="Group 1300+"/>
          <p:cNvGrpSpPr/>
          <p:nvPr/>
        </p:nvGrpSpPr>
        <p:grpSpPr>
          <a:xfrm>
            <a:off x="4586845" y="4746429"/>
            <a:ext cx="3018310" cy="839570"/>
            <a:chOff x="1146593" y="4746429"/>
            <a:chExt cx="3018310" cy="839570"/>
          </a:xfrm>
        </p:grpSpPr>
        <p:grpSp>
          <p:nvGrpSpPr>
            <p:cNvPr id="1303" name="组合 1302"/>
            <p:cNvGrpSpPr/>
            <p:nvPr/>
          </p:nvGrpSpPr>
          <p:grpSpPr>
            <a:xfrm>
              <a:off x="1146593" y="4746429"/>
              <a:ext cx="3018310" cy="839570"/>
              <a:chOff x="-895296" y="5034173"/>
              <a:chExt cx="3018310" cy="839570"/>
            </a:xfrm>
          </p:grpSpPr>
          <p:grpSp>
            <p:nvGrpSpPr>
              <p:cNvPr id="1309" name="Group 325+"/>
              <p:cNvGrpSpPr/>
              <p:nvPr/>
            </p:nvGrpSpPr>
            <p:grpSpPr>
              <a:xfrm rot="20747591" flipH="1">
                <a:off x="-895296" y="5034173"/>
                <a:ext cx="445361" cy="830531"/>
                <a:chOff x="6978520" y="-457397"/>
                <a:chExt cx="680657" cy="1199740"/>
              </a:xfrm>
            </p:grpSpPr>
            <p:sp>
              <p:nvSpPr>
                <p:cNvPr id="1321" name="Freeform 1242"/>
                <p:cNvSpPr/>
                <p:nvPr/>
              </p:nvSpPr>
              <p:spPr bwMode="auto">
                <a:xfrm>
                  <a:off x="6978520" y="-367783"/>
                  <a:ext cx="596160" cy="1039753"/>
                </a:xfrm>
                <a:custGeom>
                  <a:avLst/>
                  <a:gdLst>
                    <a:gd name="T0" fmla="*/ 7 w 1511"/>
                    <a:gd name="T1" fmla="*/ 2636 h 2636"/>
                    <a:gd name="T2" fmla="*/ 0 w 1511"/>
                    <a:gd name="T3" fmla="*/ 2557 h 2636"/>
                    <a:gd name="T4" fmla="*/ 504 w 1511"/>
                    <a:gd name="T5" fmla="*/ 2438 h 2636"/>
                    <a:gd name="T6" fmla="*/ 910 w 1511"/>
                    <a:gd name="T7" fmla="*/ 2118 h 2636"/>
                    <a:gd name="T8" fmla="*/ 887 w 1511"/>
                    <a:gd name="T9" fmla="*/ 1509 h 2636"/>
                    <a:gd name="T10" fmla="*/ 971 w 1511"/>
                    <a:gd name="T11" fmla="*/ 2042 h 2636"/>
                    <a:gd name="T12" fmla="*/ 1044 w 1511"/>
                    <a:gd name="T13" fmla="*/ 1928 h 2636"/>
                    <a:gd name="T14" fmla="*/ 1129 w 1511"/>
                    <a:gd name="T15" fmla="*/ 1763 h 2636"/>
                    <a:gd name="T16" fmla="*/ 1123 w 1511"/>
                    <a:gd name="T17" fmla="*/ 1732 h 2636"/>
                    <a:gd name="T18" fmla="*/ 971 w 1511"/>
                    <a:gd name="T19" fmla="*/ 1444 h 2636"/>
                    <a:gd name="T20" fmla="*/ 985 w 1511"/>
                    <a:gd name="T21" fmla="*/ 1248 h 2636"/>
                    <a:gd name="T22" fmla="*/ 990 w 1511"/>
                    <a:gd name="T23" fmla="*/ 1234 h 2636"/>
                    <a:gd name="T24" fmla="*/ 1180 w 1511"/>
                    <a:gd name="T25" fmla="*/ 1621 h 2636"/>
                    <a:gd name="T26" fmla="*/ 1245 w 1511"/>
                    <a:gd name="T27" fmla="*/ 1322 h 2636"/>
                    <a:gd name="T28" fmla="*/ 984 w 1511"/>
                    <a:gd name="T29" fmla="*/ 907 h 2636"/>
                    <a:gd name="T30" fmla="*/ 1249 w 1511"/>
                    <a:gd name="T31" fmla="*/ 1307 h 2636"/>
                    <a:gd name="T32" fmla="*/ 1255 w 1511"/>
                    <a:gd name="T33" fmla="*/ 1124 h 2636"/>
                    <a:gd name="T34" fmla="*/ 1239 w 1511"/>
                    <a:gd name="T35" fmla="*/ 926 h 2636"/>
                    <a:gd name="T36" fmla="*/ 1226 w 1511"/>
                    <a:gd name="T37" fmla="*/ 911 h 2636"/>
                    <a:gd name="T38" fmla="*/ 980 w 1511"/>
                    <a:gd name="T39" fmla="*/ 741 h 2636"/>
                    <a:gd name="T40" fmla="*/ 931 w 1511"/>
                    <a:gd name="T41" fmla="*/ 624 h 2636"/>
                    <a:gd name="T42" fmla="*/ 1216 w 1511"/>
                    <a:gd name="T43" fmla="*/ 795 h 2636"/>
                    <a:gd name="T44" fmla="*/ 1128 w 1511"/>
                    <a:gd name="T45" fmla="*/ 519 h 2636"/>
                    <a:gd name="T46" fmla="*/ 1077 w 1511"/>
                    <a:gd name="T47" fmla="*/ 415 h 2636"/>
                    <a:gd name="T48" fmla="*/ 1056 w 1511"/>
                    <a:gd name="T49" fmla="*/ 399 h 2636"/>
                    <a:gd name="T50" fmla="*/ 1049 w 1511"/>
                    <a:gd name="T51" fmla="*/ 389 h 2636"/>
                    <a:gd name="T52" fmla="*/ 1021 w 1511"/>
                    <a:gd name="T53" fmla="*/ 327 h 2636"/>
                    <a:gd name="T54" fmla="*/ 943 w 1511"/>
                    <a:gd name="T55" fmla="*/ 204 h 2636"/>
                    <a:gd name="T56" fmla="*/ 922 w 1511"/>
                    <a:gd name="T57" fmla="*/ 200 h 2636"/>
                    <a:gd name="T58" fmla="*/ 618 w 1511"/>
                    <a:gd name="T59" fmla="*/ 68 h 2636"/>
                    <a:gd name="T60" fmla="*/ 617 w 1511"/>
                    <a:gd name="T61" fmla="*/ 63 h 2636"/>
                    <a:gd name="T62" fmla="*/ 783 w 1511"/>
                    <a:gd name="T63" fmla="*/ 56 h 2636"/>
                    <a:gd name="T64" fmla="*/ 945 w 1511"/>
                    <a:gd name="T65" fmla="*/ 176 h 2636"/>
                    <a:gd name="T66" fmla="*/ 991 w 1511"/>
                    <a:gd name="T67" fmla="*/ 254 h 2636"/>
                    <a:gd name="T68" fmla="*/ 1003 w 1511"/>
                    <a:gd name="T69" fmla="*/ 269 h 2636"/>
                    <a:gd name="T70" fmla="*/ 1076 w 1511"/>
                    <a:gd name="T71" fmla="*/ 0 h 2636"/>
                    <a:gd name="T72" fmla="*/ 1121 w 1511"/>
                    <a:gd name="T73" fmla="*/ 109 h 2636"/>
                    <a:gd name="T74" fmla="*/ 1081 w 1511"/>
                    <a:gd name="T75" fmla="*/ 361 h 2636"/>
                    <a:gd name="T76" fmla="*/ 1081 w 1511"/>
                    <a:gd name="T77" fmla="*/ 393 h 2636"/>
                    <a:gd name="T78" fmla="*/ 1173 w 1511"/>
                    <a:gd name="T79" fmla="*/ 579 h 2636"/>
                    <a:gd name="T80" fmla="*/ 1181 w 1511"/>
                    <a:gd name="T81" fmla="*/ 593 h 2636"/>
                    <a:gd name="T82" fmla="*/ 1271 w 1511"/>
                    <a:gd name="T83" fmla="*/ 266 h 2636"/>
                    <a:gd name="T84" fmla="*/ 1249 w 1511"/>
                    <a:gd name="T85" fmla="*/ 754 h 2636"/>
                    <a:gd name="T86" fmla="*/ 1226 w 1511"/>
                    <a:gd name="T87" fmla="*/ 718 h 2636"/>
                    <a:gd name="T88" fmla="*/ 1276 w 1511"/>
                    <a:gd name="T89" fmla="*/ 942 h 2636"/>
                    <a:gd name="T90" fmla="*/ 1358 w 1511"/>
                    <a:gd name="T91" fmla="*/ 786 h 2636"/>
                    <a:gd name="T92" fmla="*/ 1502 w 1511"/>
                    <a:gd name="T93" fmla="*/ 686 h 2636"/>
                    <a:gd name="T94" fmla="*/ 1426 w 1511"/>
                    <a:gd name="T95" fmla="*/ 966 h 2636"/>
                    <a:gd name="T96" fmla="*/ 1300 w 1511"/>
                    <a:gd name="T97" fmla="*/ 1081 h 2636"/>
                    <a:gd name="T98" fmla="*/ 1289 w 1511"/>
                    <a:gd name="T99" fmla="*/ 1101 h 2636"/>
                    <a:gd name="T100" fmla="*/ 1061 w 1511"/>
                    <a:gd name="T101" fmla="*/ 2016 h 2636"/>
                    <a:gd name="T102" fmla="*/ 1060 w 1511"/>
                    <a:gd name="T103" fmla="*/ 2024 h 2636"/>
                    <a:gd name="T104" fmla="*/ 1474 w 1511"/>
                    <a:gd name="T105" fmla="*/ 1909 h 2636"/>
                    <a:gd name="T106" fmla="*/ 1250 w 1511"/>
                    <a:gd name="T107" fmla="*/ 2143 h 2636"/>
                    <a:gd name="T108" fmla="*/ 968 w 1511"/>
                    <a:gd name="T109" fmla="*/ 2179 h 2636"/>
                    <a:gd name="T110" fmla="*/ 1000 w 1511"/>
                    <a:gd name="T111" fmla="*/ 2110 h 2636"/>
                    <a:gd name="T112" fmla="*/ 7 w 1511"/>
                    <a:gd name="T113" fmla="*/ 2636 h 26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511" h="2636">
                      <a:moveTo>
                        <a:pt x="7" y="2636"/>
                      </a:moveTo>
                      <a:cubicBezTo>
                        <a:pt x="5" y="2608"/>
                        <a:pt x="3" y="2584"/>
                        <a:pt x="0" y="2557"/>
                      </a:cubicBezTo>
                      <a:cubicBezTo>
                        <a:pt x="178" y="2555"/>
                        <a:pt x="346" y="2516"/>
                        <a:pt x="504" y="2438"/>
                      </a:cubicBezTo>
                      <a:cubicBezTo>
                        <a:pt x="662" y="2360"/>
                        <a:pt x="796" y="2251"/>
                        <a:pt x="910" y="2118"/>
                      </a:cubicBezTo>
                      <a:cubicBezTo>
                        <a:pt x="739" y="1894"/>
                        <a:pt x="803" y="1637"/>
                        <a:pt x="887" y="1509"/>
                      </a:cubicBezTo>
                      <a:cubicBezTo>
                        <a:pt x="1013" y="1672"/>
                        <a:pt x="1021" y="1851"/>
                        <a:pt x="971" y="2042"/>
                      </a:cubicBezTo>
                      <a:cubicBezTo>
                        <a:pt x="996" y="2004"/>
                        <a:pt x="1022" y="1968"/>
                        <a:pt x="1044" y="1928"/>
                      </a:cubicBezTo>
                      <a:cubicBezTo>
                        <a:pt x="1074" y="1874"/>
                        <a:pt x="1101" y="1818"/>
                        <a:pt x="1129" y="1763"/>
                      </a:cubicBezTo>
                      <a:cubicBezTo>
                        <a:pt x="1136" y="1751"/>
                        <a:pt x="1135" y="1742"/>
                        <a:pt x="1123" y="1732"/>
                      </a:cubicBezTo>
                      <a:cubicBezTo>
                        <a:pt x="1033" y="1657"/>
                        <a:pt x="984" y="1560"/>
                        <a:pt x="971" y="1444"/>
                      </a:cubicBezTo>
                      <a:cubicBezTo>
                        <a:pt x="964" y="1377"/>
                        <a:pt x="970" y="1313"/>
                        <a:pt x="985" y="1248"/>
                      </a:cubicBezTo>
                      <a:cubicBezTo>
                        <a:pt x="986" y="1243"/>
                        <a:pt x="988" y="1239"/>
                        <a:pt x="990" y="1234"/>
                      </a:cubicBezTo>
                      <a:cubicBezTo>
                        <a:pt x="1079" y="1288"/>
                        <a:pt x="1173" y="1416"/>
                        <a:pt x="1180" y="1621"/>
                      </a:cubicBezTo>
                      <a:cubicBezTo>
                        <a:pt x="1213" y="1524"/>
                        <a:pt x="1234" y="1424"/>
                        <a:pt x="1245" y="1322"/>
                      </a:cubicBezTo>
                      <a:cubicBezTo>
                        <a:pt x="1052" y="1250"/>
                        <a:pt x="987" y="1099"/>
                        <a:pt x="984" y="907"/>
                      </a:cubicBezTo>
                      <a:cubicBezTo>
                        <a:pt x="1099" y="937"/>
                        <a:pt x="1226" y="1063"/>
                        <a:pt x="1249" y="1307"/>
                      </a:cubicBezTo>
                      <a:cubicBezTo>
                        <a:pt x="1251" y="1246"/>
                        <a:pt x="1256" y="1185"/>
                        <a:pt x="1255" y="1124"/>
                      </a:cubicBezTo>
                      <a:cubicBezTo>
                        <a:pt x="1253" y="1058"/>
                        <a:pt x="1245" y="992"/>
                        <a:pt x="1239" y="926"/>
                      </a:cubicBezTo>
                      <a:cubicBezTo>
                        <a:pt x="1239" y="920"/>
                        <a:pt x="1231" y="911"/>
                        <a:pt x="1226" y="911"/>
                      </a:cubicBezTo>
                      <a:cubicBezTo>
                        <a:pt x="1112" y="900"/>
                        <a:pt x="1033" y="839"/>
                        <a:pt x="980" y="741"/>
                      </a:cubicBezTo>
                      <a:cubicBezTo>
                        <a:pt x="961" y="705"/>
                        <a:pt x="949" y="666"/>
                        <a:pt x="931" y="624"/>
                      </a:cubicBezTo>
                      <a:cubicBezTo>
                        <a:pt x="1065" y="626"/>
                        <a:pt x="1149" y="694"/>
                        <a:pt x="1216" y="795"/>
                      </a:cubicBezTo>
                      <a:cubicBezTo>
                        <a:pt x="1196" y="699"/>
                        <a:pt x="1166" y="608"/>
                        <a:pt x="1128" y="519"/>
                      </a:cubicBezTo>
                      <a:cubicBezTo>
                        <a:pt x="1112" y="484"/>
                        <a:pt x="1095" y="449"/>
                        <a:pt x="1077" y="415"/>
                      </a:cubicBezTo>
                      <a:cubicBezTo>
                        <a:pt x="1074" y="408"/>
                        <a:pt x="1075" y="389"/>
                        <a:pt x="1056" y="399"/>
                      </a:cubicBezTo>
                      <a:cubicBezTo>
                        <a:pt x="1056" y="399"/>
                        <a:pt x="1051" y="393"/>
                        <a:pt x="1049" y="389"/>
                      </a:cubicBezTo>
                      <a:cubicBezTo>
                        <a:pt x="1039" y="368"/>
                        <a:pt x="1028" y="349"/>
                        <a:pt x="1021" y="327"/>
                      </a:cubicBezTo>
                      <a:cubicBezTo>
                        <a:pt x="1005" y="280"/>
                        <a:pt x="971" y="244"/>
                        <a:pt x="943" y="204"/>
                      </a:cubicBezTo>
                      <a:cubicBezTo>
                        <a:pt x="939" y="200"/>
                        <a:pt x="928" y="198"/>
                        <a:pt x="922" y="200"/>
                      </a:cubicBezTo>
                      <a:cubicBezTo>
                        <a:pt x="787" y="244"/>
                        <a:pt x="676" y="163"/>
                        <a:pt x="618" y="68"/>
                      </a:cubicBezTo>
                      <a:cubicBezTo>
                        <a:pt x="617" y="67"/>
                        <a:pt x="618" y="66"/>
                        <a:pt x="617" y="63"/>
                      </a:cubicBezTo>
                      <a:cubicBezTo>
                        <a:pt x="672" y="39"/>
                        <a:pt x="727" y="38"/>
                        <a:pt x="783" y="56"/>
                      </a:cubicBezTo>
                      <a:cubicBezTo>
                        <a:pt x="851" y="77"/>
                        <a:pt x="901" y="123"/>
                        <a:pt x="945" y="176"/>
                      </a:cubicBezTo>
                      <a:cubicBezTo>
                        <a:pt x="947" y="210"/>
                        <a:pt x="976" y="228"/>
                        <a:pt x="991" y="254"/>
                      </a:cubicBezTo>
                      <a:cubicBezTo>
                        <a:pt x="993" y="257"/>
                        <a:pt x="996" y="260"/>
                        <a:pt x="1003" y="269"/>
                      </a:cubicBezTo>
                      <a:cubicBezTo>
                        <a:pt x="991" y="166"/>
                        <a:pt x="1017" y="80"/>
                        <a:pt x="1076" y="0"/>
                      </a:cubicBezTo>
                      <a:cubicBezTo>
                        <a:pt x="1099" y="35"/>
                        <a:pt x="1113" y="71"/>
                        <a:pt x="1121" y="109"/>
                      </a:cubicBezTo>
                      <a:cubicBezTo>
                        <a:pt x="1138" y="198"/>
                        <a:pt x="1121" y="282"/>
                        <a:pt x="1081" y="361"/>
                      </a:cubicBezTo>
                      <a:cubicBezTo>
                        <a:pt x="1075" y="373"/>
                        <a:pt x="1075" y="381"/>
                        <a:pt x="1081" y="393"/>
                      </a:cubicBezTo>
                      <a:cubicBezTo>
                        <a:pt x="1113" y="455"/>
                        <a:pt x="1143" y="517"/>
                        <a:pt x="1173" y="579"/>
                      </a:cubicBezTo>
                      <a:cubicBezTo>
                        <a:pt x="1175" y="583"/>
                        <a:pt x="1177" y="588"/>
                        <a:pt x="1181" y="593"/>
                      </a:cubicBezTo>
                      <a:cubicBezTo>
                        <a:pt x="1167" y="471"/>
                        <a:pt x="1199" y="364"/>
                        <a:pt x="1271" y="266"/>
                      </a:cubicBezTo>
                      <a:cubicBezTo>
                        <a:pt x="1362" y="395"/>
                        <a:pt x="1354" y="598"/>
                        <a:pt x="1249" y="754"/>
                      </a:cubicBezTo>
                      <a:cubicBezTo>
                        <a:pt x="1242" y="743"/>
                        <a:pt x="1236" y="733"/>
                        <a:pt x="1226" y="718"/>
                      </a:cubicBezTo>
                      <a:cubicBezTo>
                        <a:pt x="1243" y="795"/>
                        <a:pt x="1259" y="866"/>
                        <a:pt x="1276" y="942"/>
                      </a:cubicBezTo>
                      <a:cubicBezTo>
                        <a:pt x="1292" y="881"/>
                        <a:pt x="1318" y="830"/>
                        <a:pt x="1358" y="786"/>
                      </a:cubicBezTo>
                      <a:cubicBezTo>
                        <a:pt x="1397" y="742"/>
                        <a:pt x="1445" y="709"/>
                        <a:pt x="1502" y="686"/>
                      </a:cubicBezTo>
                      <a:cubicBezTo>
                        <a:pt x="1511" y="791"/>
                        <a:pt x="1487" y="883"/>
                        <a:pt x="1426" y="966"/>
                      </a:cubicBezTo>
                      <a:cubicBezTo>
                        <a:pt x="1391" y="1012"/>
                        <a:pt x="1349" y="1050"/>
                        <a:pt x="1300" y="1081"/>
                      </a:cubicBezTo>
                      <a:cubicBezTo>
                        <a:pt x="1295" y="1085"/>
                        <a:pt x="1289" y="1094"/>
                        <a:pt x="1289" y="1101"/>
                      </a:cubicBezTo>
                      <a:cubicBezTo>
                        <a:pt x="1305" y="1429"/>
                        <a:pt x="1233" y="1735"/>
                        <a:pt x="1061" y="2016"/>
                      </a:cubicBezTo>
                      <a:cubicBezTo>
                        <a:pt x="1060" y="2018"/>
                        <a:pt x="1060" y="2020"/>
                        <a:pt x="1060" y="2024"/>
                      </a:cubicBezTo>
                      <a:cubicBezTo>
                        <a:pt x="1175" y="1906"/>
                        <a:pt x="1314" y="1875"/>
                        <a:pt x="1474" y="1909"/>
                      </a:cubicBezTo>
                      <a:cubicBezTo>
                        <a:pt x="1426" y="2016"/>
                        <a:pt x="1355" y="2096"/>
                        <a:pt x="1250" y="2143"/>
                      </a:cubicBezTo>
                      <a:cubicBezTo>
                        <a:pt x="1160" y="2183"/>
                        <a:pt x="1067" y="2192"/>
                        <a:pt x="968" y="2179"/>
                      </a:cubicBezTo>
                      <a:cubicBezTo>
                        <a:pt x="978" y="2156"/>
                        <a:pt x="988" y="2136"/>
                        <a:pt x="1000" y="2110"/>
                      </a:cubicBezTo>
                      <a:cubicBezTo>
                        <a:pt x="746" y="2438"/>
                        <a:pt x="424" y="2625"/>
                        <a:pt x="7" y="263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      <a:noAutofit/>
                </a:bodyPr>
                <a:lstStyle/>
                <a:p>
                  <a:pPr algn="ctr"/>
                  <a:endParaRPr lang="zh-CN" altLang="en-US" sz="27060">
                    <a:gradFill flip="none" rotWithShape="1">
                      <a:gsLst>
                        <a:gs pos="37000">
                          <a:schemeClr val="accent1"/>
                        </a:gs>
                        <a:gs pos="57000">
                          <a:schemeClr val="accent2"/>
                        </a:gs>
                      </a:gsLst>
                      <a:lin ang="0" scaled="1"/>
                      <a:tileRect/>
                    </a:gradFill>
                    <a:latin typeface="方正字迹-龙吟体 简" panose="02000500000000000000" pitchFamily="2" charset="-122"/>
                    <a:ea typeface="方正字迹-龙吟体 简" panose="02000500000000000000" pitchFamily="2" charset="-122"/>
                  </a:endParaRPr>
                </a:p>
              </p:txBody>
            </p:sp>
            <p:sp>
              <p:nvSpPr>
                <p:cNvPr id="1322" name="Freeform 1244"/>
                <p:cNvSpPr/>
                <p:nvPr/>
              </p:nvSpPr>
              <p:spPr bwMode="auto">
                <a:xfrm>
                  <a:off x="7088999" y="359146"/>
                  <a:ext cx="106525" cy="245323"/>
                </a:xfrm>
                <a:custGeom>
                  <a:avLst/>
                  <a:gdLst>
                    <a:gd name="T0" fmla="*/ 158 w 270"/>
                    <a:gd name="T1" fmla="*/ 622 h 622"/>
                    <a:gd name="T2" fmla="*/ 117 w 270"/>
                    <a:gd name="T3" fmla="*/ 0 h 622"/>
                    <a:gd name="T4" fmla="*/ 158 w 270"/>
                    <a:gd name="T5" fmla="*/ 622 h 6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70" h="622">
                      <a:moveTo>
                        <a:pt x="158" y="622"/>
                      </a:moveTo>
                      <a:cubicBezTo>
                        <a:pt x="1" y="440"/>
                        <a:pt x="0" y="192"/>
                        <a:pt x="117" y="0"/>
                      </a:cubicBezTo>
                      <a:cubicBezTo>
                        <a:pt x="245" y="101"/>
                        <a:pt x="270" y="475"/>
                        <a:pt x="158" y="62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      <a:noAutofit/>
                </a:bodyPr>
                <a:lstStyle/>
                <a:p>
                  <a:pPr algn="ctr"/>
                  <a:endParaRPr lang="zh-CN" altLang="en-US" sz="27060">
                    <a:gradFill flip="none" rotWithShape="1">
                      <a:gsLst>
                        <a:gs pos="37000">
                          <a:schemeClr val="accent1"/>
                        </a:gs>
                        <a:gs pos="57000">
                          <a:schemeClr val="accent2"/>
                        </a:gs>
                      </a:gsLst>
                      <a:lin ang="0" scaled="1"/>
                      <a:tileRect/>
                    </a:gradFill>
                    <a:latin typeface="方正字迹-龙吟体 简" panose="02000500000000000000" pitchFamily="2" charset="-122"/>
                    <a:ea typeface="方正字迹-龙吟体 简" panose="02000500000000000000" pitchFamily="2" charset="-122"/>
                  </a:endParaRPr>
                </a:p>
              </p:txBody>
            </p:sp>
            <p:sp>
              <p:nvSpPr>
                <p:cNvPr id="1323" name="Freeform 1246"/>
                <p:cNvSpPr/>
                <p:nvPr/>
              </p:nvSpPr>
              <p:spPr bwMode="auto">
                <a:xfrm>
                  <a:off x="7200241" y="315436"/>
                  <a:ext cx="107869" cy="245323"/>
                </a:xfrm>
                <a:custGeom>
                  <a:avLst/>
                  <a:gdLst>
                    <a:gd name="T0" fmla="*/ 163 w 274"/>
                    <a:gd name="T1" fmla="*/ 622 h 622"/>
                    <a:gd name="T2" fmla="*/ 122 w 274"/>
                    <a:gd name="T3" fmla="*/ 0 h 622"/>
                    <a:gd name="T4" fmla="*/ 163 w 274"/>
                    <a:gd name="T5" fmla="*/ 622 h 6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74" h="622">
                      <a:moveTo>
                        <a:pt x="163" y="622"/>
                      </a:moveTo>
                      <a:cubicBezTo>
                        <a:pt x="12" y="454"/>
                        <a:pt x="0" y="198"/>
                        <a:pt x="122" y="0"/>
                      </a:cubicBezTo>
                      <a:cubicBezTo>
                        <a:pt x="250" y="104"/>
                        <a:pt x="274" y="471"/>
                        <a:pt x="163" y="62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      <a:noAutofit/>
                </a:bodyPr>
                <a:lstStyle/>
                <a:p>
                  <a:pPr algn="ctr"/>
                  <a:endParaRPr lang="zh-CN" altLang="en-US" sz="27060">
                    <a:gradFill flip="none" rotWithShape="1">
                      <a:gsLst>
                        <a:gs pos="37000">
                          <a:schemeClr val="accent1"/>
                        </a:gs>
                        <a:gs pos="57000">
                          <a:schemeClr val="accent2"/>
                        </a:gs>
                      </a:gsLst>
                      <a:lin ang="0" scaled="1"/>
                      <a:tileRect/>
                    </a:gradFill>
                    <a:latin typeface="方正字迹-龙吟体 简" panose="02000500000000000000" pitchFamily="2" charset="-122"/>
                    <a:ea typeface="方正字迹-龙吟体 简" panose="02000500000000000000" pitchFamily="2" charset="-122"/>
                  </a:endParaRPr>
                </a:p>
              </p:txBody>
            </p:sp>
            <p:sp>
              <p:nvSpPr>
                <p:cNvPr id="1324" name="Freeform 1248"/>
                <p:cNvSpPr/>
                <p:nvPr/>
              </p:nvSpPr>
              <p:spPr bwMode="auto">
                <a:xfrm>
                  <a:off x="7162694" y="612286"/>
                  <a:ext cx="215746" cy="130057"/>
                </a:xfrm>
                <a:custGeom>
                  <a:avLst/>
                  <a:gdLst>
                    <a:gd name="T0" fmla="*/ 0 w 547"/>
                    <a:gd name="T1" fmla="*/ 167 h 330"/>
                    <a:gd name="T2" fmla="*/ 547 w 547"/>
                    <a:gd name="T3" fmla="*/ 198 h 330"/>
                    <a:gd name="T4" fmla="*/ 0 w 547"/>
                    <a:gd name="T5" fmla="*/ 167 h 3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47" h="330">
                      <a:moveTo>
                        <a:pt x="0" y="167"/>
                      </a:moveTo>
                      <a:cubicBezTo>
                        <a:pt x="179" y="0"/>
                        <a:pt x="402" y="54"/>
                        <a:pt x="547" y="198"/>
                      </a:cubicBezTo>
                      <a:cubicBezTo>
                        <a:pt x="446" y="330"/>
                        <a:pt x="128" y="311"/>
                        <a:pt x="0" y="16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      <a:noAutofit/>
                </a:bodyPr>
                <a:lstStyle/>
                <a:p>
                  <a:pPr algn="ctr"/>
                  <a:endParaRPr lang="zh-CN" altLang="en-US" sz="27060">
                    <a:gradFill flip="none" rotWithShape="1">
                      <a:gsLst>
                        <a:gs pos="37000">
                          <a:schemeClr val="accent1"/>
                        </a:gs>
                        <a:gs pos="57000">
                          <a:schemeClr val="accent2"/>
                        </a:gs>
                      </a:gsLst>
                      <a:lin ang="0" scaled="1"/>
                      <a:tileRect/>
                    </a:gradFill>
                    <a:latin typeface="方正字迹-龙吟体 简" panose="02000500000000000000" pitchFamily="2" charset="-122"/>
                    <a:ea typeface="方正字迹-龙吟体 简" panose="02000500000000000000" pitchFamily="2" charset="-122"/>
                  </a:endParaRPr>
                </a:p>
              </p:txBody>
            </p:sp>
            <p:sp>
              <p:nvSpPr>
                <p:cNvPr id="1325" name="Freeform 1251"/>
                <p:cNvSpPr/>
                <p:nvPr/>
              </p:nvSpPr>
              <p:spPr bwMode="auto">
                <a:xfrm>
                  <a:off x="7318161" y="539229"/>
                  <a:ext cx="216749" cy="109553"/>
                </a:xfrm>
                <a:custGeom>
                  <a:avLst/>
                  <a:gdLst>
                    <a:gd name="T0" fmla="*/ 0 w 549"/>
                    <a:gd name="T1" fmla="*/ 154 h 278"/>
                    <a:gd name="T2" fmla="*/ 549 w 549"/>
                    <a:gd name="T3" fmla="*/ 186 h 278"/>
                    <a:gd name="T4" fmla="*/ 309 w 549"/>
                    <a:gd name="T5" fmla="*/ 276 h 278"/>
                    <a:gd name="T6" fmla="*/ 6 w 549"/>
                    <a:gd name="T7" fmla="*/ 160 h 278"/>
                    <a:gd name="T8" fmla="*/ 0 w 549"/>
                    <a:gd name="T9" fmla="*/ 154 h 2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49" h="278">
                      <a:moveTo>
                        <a:pt x="0" y="154"/>
                      </a:moveTo>
                      <a:cubicBezTo>
                        <a:pt x="155" y="0"/>
                        <a:pt x="383" y="21"/>
                        <a:pt x="549" y="186"/>
                      </a:cubicBezTo>
                      <a:cubicBezTo>
                        <a:pt x="480" y="245"/>
                        <a:pt x="401" y="278"/>
                        <a:pt x="309" y="276"/>
                      </a:cubicBezTo>
                      <a:cubicBezTo>
                        <a:pt x="194" y="273"/>
                        <a:pt x="96" y="228"/>
                        <a:pt x="6" y="160"/>
                      </a:cubicBezTo>
                      <a:cubicBezTo>
                        <a:pt x="4" y="158"/>
                        <a:pt x="2" y="156"/>
                        <a:pt x="0" y="154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      <a:noAutofit/>
                </a:bodyPr>
                <a:lstStyle/>
                <a:p>
                  <a:pPr algn="ctr"/>
                  <a:endParaRPr lang="zh-CN" altLang="en-US" sz="27060">
                    <a:gradFill flip="none" rotWithShape="1">
                      <a:gsLst>
                        <a:gs pos="37000">
                          <a:schemeClr val="accent1"/>
                        </a:gs>
                        <a:gs pos="57000">
                          <a:schemeClr val="accent2"/>
                        </a:gs>
                      </a:gsLst>
                      <a:lin ang="0" scaled="1"/>
                      <a:tileRect/>
                    </a:gradFill>
                    <a:latin typeface="方正字迹-龙吟体 简" panose="02000500000000000000" pitchFamily="2" charset="-122"/>
                    <a:ea typeface="方正字迹-龙吟体 简" panose="02000500000000000000" pitchFamily="2" charset="-122"/>
                  </a:endParaRPr>
                </a:p>
              </p:txBody>
            </p:sp>
            <p:sp>
              <p:nvSpPr>
                <p:cNvPr id="1326" name="Freeform 1253"/>
                <p:cNvSpPr/>
                <p:nvPr/>
              </p:nvSpPr>
              <p:spPr bwMode="auto">
                <a:xfrm>
                  <a:off x="7488123" y="239075"/>
                  <a:ext cx="171054" cy="130048"/>
                </a:xfrm>
                <a:custGeom>
                  <a:avLst/>
                  <a:gdLst>
                    <a:gd name="T0" fmla="*/ 0 w 434"/>
                    <a:gd name="T1" fmla="*/ 298 h 330"/>
                    <a:gd name="T2" fmla="*/ 434 w 434"/>
                    <a:gd name="T3" fmla="*/ 65 h 330"/>
                    <a:gd name="T4" fmla="*/ 0 w 434"/>
                    <a:gd name="T5" fmla="*/ 298 h 3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4" h="330">
                      <a:moveTo>
                        <a:pt x="0" y="298"/>
                      </a:moveTo>
                      <a:cubicBezTo>
                        <a:pt x="55" y="120"/>
                        <a:pt x="280" y="0"/>
                        <a:pt x="434" y="65"/>
                      </a:cubicBezTo>
                      <a:cubicBezTo>
                        <a:pt x="378" y="227"/>
                        <a:pt x="193" y="330"/>
                        <a:pt x="0" y="298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      <a:noAutofit/>
                </a:bodyPr>
                <a:lstStyle/>
                <a:p>
                  <a:pPr algn="ctr"/>
                  <a:endParaRPr lang="zh-CN" altLang="en-US" sz="27060">
                    <a:gradFill flip="none" rotWithShape="1">
                      <a:gsLst>
                        <a:gs pos="37000">
                          <a:schemeClr val="accent1"/>
                        </a:gs>
                        <a:gs pos="57000">
                          <a:schemeClr val="accent2"/>
                        </a:gs>
                      </a:gsLst>
                      <a:lin ang="0" scaled="1"/>
                      <a:tileRect/>
                    </a:gradFill>
                    <a:latin typeface="方正字迹-龙吟体 简" panose="02000500000000000000" pitchFamily="2" charset="-122"/>
                    <a:ea typeface="方正字迹-龙吟体 简" panose="02000500000000000000" pitchFamily="2" charset="-122"/>
                  </a:endParaRPr>
                </a:p>
              </p:txBody>
            </p:sp>
            <p:sp>
              <p:nvSpPr>
                <p:cNvPr id="1327" name="Freeform 1255"/>
                <p:cNvSpPr/>
                <p:nvPr/>
              </p:nvSpPr>
              <p:spPr bwMode="auto">
                <a:xfrm>
                  <a:off x="7517285" y="67706"/>
                  <a:ext cx="124337" cy="165336"/>
                </a:xfrm>
                <a:custGeom>
                  <a:avLst/>
                  <a:gdLst>
                    <a:gd name="T0" fmla="*/ 314 w 315"/>
                    <a:gd name="T1" fmla="*/ 0 h 419"/>
                    <a:gd name="T2" fmla="*/ 10 w 315"/>
                    <a:gd name="T3" fmla="*/ 419 h 419"/>
                    <a:gd name="T4" fmla="*/ 314 w 315"/>
                    <a:gd name="T5" fmla="*/ 0 h 4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15" h="419">
                      <a:moveTo>
                        <a:pt x="314" y="0"/>
                      </a:moveTo>
                      <a:cubicBezTo>
                        <a:pt x="315" y="217"/>
                        <a:pt x="159" y="373"/>
                        <a:pt x="10" y="419"/>
                      </a:cubicBezTo>
                      <a:cubicBezTo>
                        <a:pt x="0" y="202"/>
                        <a:pt x="143" y="33"/>
                        <a:pt x="314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      <a:noAutofit/>
                </a:bodyPr>
                <a:lstStyle/>
                <a:p>
                  <a:pPr algn="ctr"/>
                  <a:endParaRPr lang="zh-CN" altLang="en-US" sz="27060">
                    <a:gradFill flip="none" rotWithShape="1">
                      <a:gsLst>
                        <a:gs pos="37000">
                          <a:schemeClr val="accent1"/>
                        </a:gs>
                        <a:gs pos="57000">
                          <a:schemeClr val="accent2"/>
                        </a:gs>
                      </a:gsLst>
                      <a:lin ang="0" scaled="1"/>
                      <a:tileRect/>
                    </a:gradFill>
                    <a:latin typeface="方正字迹-龙吟体 简" panose="02000500000000000000" pitchFamily="2" charset="-122"/>
                    <a:ea typeface="方正字迹-龙吟体 简" panose="02000500000000000000" pitchFamily="2" charset="-122"/>
                  </a:endParaRPr>
                </a:p>
              </p:txBody>
            </p:sp>
            <p:sp>
              <p:nvSpPr>
                <p:cNvPr id="1328" name="Freeform 1257"/>
                <p:cNvSpPr/>
                <p:nvPr/>
              </p:nvSpPr>
              <p:spPr bwMode="auto">
                <a:xfrm>
                  <a:off x="7296767" y="-239858"/>
                  <a:ext cx="136773" cy="113251"/>
                </a:xfrm>
                <a:custGeom>
                  <a:avLst/>
                  <a:gdLst>
                    <a:gd name="T0" fmla="*/ 0 w 347"/>
                    <a:gd name="T1" fmla="*/ 29 h 287"/>
                    <a:gd name="T2" fmla="*/ 347 w 347"/>
                    <a:gd name="T3" fmla="*/ 251 h 287"/>
                    <a:gd name="T4" fmla="*/ 0 w 347"/>
                    <a:gd name="T5" fmla="*/ 29 h 2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47" h="287">
                      <a:moveTo>
                        <a:pt x="0" y="29"/>
                      </a:moveTo>
                      <a:cubicBezTo>
                        <a:pt x="142" y="0"/>
                        <a:pt x="282" y="102"/>
                        <a:pt x="347" y="251"/>
                      </a:cubicBezTo>
                      <a:cubicBezTo>
                        <a:pt x="196" y="287"/>
                        <a:pt x="55" y="188"/>
                        <a:pt x="0" y="2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      <a:noAutofit/>
                </a:bodyPr>
                <a:lstStyle/>
                <a:p>
                  <a:pPr algn="ctr"/>
                  <a:endParaRPr lang="zh-CN" altLang="en-US" sz="27060">
                    <a:gradFill flip="none" rotWithShape="1">
                      <a:gsLst>
                        <a:gs pos="37000">
                          <a:schemeClr val="accent1"/>
                        </a:gs>
                        <a:gs pos="57000">
                          <a:schemeClr val="accent2"/>
                        </a:gs>
                      </a:gsLst>
                      <a:lin ang="0" scaled="1"/>
                      <a:tileRect/>
                    </a:gradFill>
                    <a:latin typeface="方正字迹-龙吟体 简" panose="02000500000000000000" pitchFamily="2" charset="-122"/>
                    <a:ea typeface="方正字迹-龙吟体 简" panose="02000500000000000000" pitchFamily="2" charset="-122"/>
                  </a:endParaRPr>
                </a:p>
              </p:txBody>
            </p:sp>
            <p:sp>
              <p:nvSpPr>
                <p:cNvPr id="1329" name="Freeform 1259"/>
                <p:cNvSpPr/>
                <p:nvPr/>
              </p:nvSpPr>
              <p:spPr bwMode="auto">
                <a:xfrm>
                  <a:off x="7178277" y="-457397"/>
                  <a:ext cx="131731" cy="94090"/>
                </a:xfrm>
                <a:custGeom>
                  <a:avLst/>
                  <a:gdLst>
                    <a:gd name="T0" fmla="*/ 0 w 334"/>
                    <a:gd name="T1" fmla="*/ 57 h 238"/>
                    <a:gd name="T2" fmla="*/ 334 w 334"/>
                    <a:gd name="T3" fmla="*/ 179 h 238"/>
                    <a:gd name="T4" fmla="*/ 0 w 334"/>
                    <a:gd name="T5" fmla="*/ 57 h 2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34" h="238">
                      <a:moveTo>
                        <a:pt x="0" y="57"/>
                      </a:moveTo>
                      <a:cubicBezTo>
                        <a:pt x="110" y="0"/>
                        <a:pt x="255" y="62"/>
                        <a:pt x="334" y="179"/>
                      </a:cubicBezTo>
                      <a:cubicBezTo>
                        <a:pt x="218" y="238"/>
                        <a:pt x="74" y="190"/>
                        <a:pt x="0" y="5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      <a:noAutofit/>
                </a:bodyPr>
                <a:lstStyle/>
                <a:p>
                  <a:pPr algn="ctr"/>
                  <a:endParaRPr lang="zh-CN" altLang="en-US" sz="27060">
                    <a:gradFill flip="none" rotWithShape="1">
                      <a:gsLst>
                        <a:gs pos="37000">
                          <a:schemeClr val="accent1"/>
                        </a:gs>
                        <a:gs pos="57000">
                          <a:schemeClr val="accent2"/>
                        </a:gs>
                      </a:gsLst>
                      <a:lin ang="0" scaled="1"/>
                      <a:tileRect/>
                    </a:gradFill>
                    <a:latin typeface="方正字迹-龙吟体 简" panose="02000500000000000000" pitchFamily="2" charset="-122"/>
                    <a:ea typeface="方正字迹-龙吟体 简" panose="02000500000000000000" pitchFamily="2" charset="-122"/>
                  </a:endParaRPr>
                </a:p>
              </p:txBody>
            </p:sp>
            <p:sp>
              <p:nvSpPr>
                <p:cNvPr id="1330" name="Freeform 1261"/>
                <p:cNvSpPr/>
                <p:nvPr/>
              </p:nvSpPr>
              <p:spPr bwMode="auto">
                <a:xfrm>
                  <a:off x="7318611" y="-438128"/>
                  <a:ext cx="71578" cy="101489"/>
                </a:xfrm>
                <a:custGeom>
                  <a:avLst/>
                  <a:gdLst>
                    <a:gd name="T0" fmla="*/ 181 w 181"/>
                    <a:gd name="T1" fmla="*/ 257 h 257"/>
                    <a:gd name="T2" fmla="*/ 8 w 181"/>
                    <a:gd name="T3" fmla="*/ 0 h 257"/>
                    <a:gd name="T4" fmla="*/ 181 w 181"/>
                    <a:gd name="T5" fmla="*/ 257 h 2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81" h="257">
                      <a:moveTo>
                        <a:pt x="181" y="257"/>
                      </a:moveTo>
                      <a:cubicBezTo>
                        <a:pt x="63" y="231"/>
                        <a:pt x="0" y="106"/>
                        <a:pt x="8" y="0"/>
                      </a:cubicBezTo>
                      <a:cubicBezTo>
                        <a:pt x="101" y="17"/>
                        <a:pt x="179" y="137"/>
                        <a:pt x="181" y="25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      <a:noAutofit/>
                </a:bodyPr>
                <a:lstStyle/>
                <a:p>
                  <a:pPr algn="ctr"/>
                  <a:endParaRPr lang="zh-CN" altLang="en-US" sz="27060">
                    <a:gradFill flip="none" rotWithShape="1">
                      <a:gsLst>
                        <a:gs pos="37000">
                          <a:schemeClr val="accent1"/>
                        </a:gs>
                        <a:gs pos="57000">
                          <a:schemeClr val="accent2"/>
                        </a:gs>
                      </a:gsLst>
                      <a:lin ang="0" scaled="1"/>
                      <a:tileRect/>
                    </a:gradFill>
                    <a:latin typeface="方正字迹-龙吟体 简" panose="02000500000000000000" pitchFamily="2" charset="-122"/>
                    <a:ea typeface="方正字迹-龙吟体 简" panose="02000500000000000000" pitchFamily="2" charset="-122"/>
                  </a:endParaRPr>
                </a:p>
              </p:txBody>
            </p:sp>
          </p:grpSp>
          <p:grpSp>
            <p:nvGrpSpPr>
              <p:cNvPr id="1310" name="Group 325++"/>
              <p:cNvGrpSpPr/>
              <p:nvPr/>
            </p:nvGrpSpPr>
            <p:grpSpPr>
              <a:xfrm rot="852409">
                <a:off x="1679794" y="5039807"/>
                <a:ext cx="443220" cy="833936"/>
                <a:chOff x="4270615" y="199455"/>
                <a:chExt cx="677398" cy="1204697"/>
              </a:xfrm>
            </p:grpSpPr>
            <p:sp>
              <p:nvSpPr>
                <p:cNvPr id="1311" name="Freeform 1242"/>
                <p:cNvSpPr/>
                <p:nvPr/>
              </p:nvSpPr>
              <p:spPr bwMode="auto">
                <a:xfrm>
                  <a:off x="4270615" y="316369"/>
                  <a:ext cx="596170" cy="1039779"/>
                </a:xfrm>
                <a:custGeom>
                  <a:avLst/>
                  <a:gdLst>
                    <a:gd name="T0" fmla="*/ 7 w 1511"/>
                    <a:gd name="T1" fmla="*/ 2636 h 2636"/>
                    <a:gd name="T2" fmla="*/ 0 w 1511"/>
                    <a:gd name="T3" fmla="*/ 2557 h 2636"/>
                    <a:gd name="T4" fmla="*/ 504 w 1511"/>
                    <a:gd name="T5" fmla="*/ 2438 h 2636"/>
                    <a:gd name="T6" fmla="*/ 910 w 1511"/>
                    <a:gd name="T7" fmla="*/ 2118 h 2636"/>
                    <a:gd name="T8" fmla="*/ 887 w 1511"/>
                    <a:gd name="T9" fmla="*/ 1509 h 2636"/>
                    <a:gd name="T10" fmla="*/ 971 w 1511"/>
                    <a:gd name="T11" fmla="*/ 2042 h 2636"/>
                    <a:gd name="T12" fmla="*/ 1044 w 1511"/>
                    <a:gd name="T13" fmla="*/ 1928 h 2636"/>
                    <a:gd name="T14" fmla="*/ 1129 w 1511"/>
                    <a:gd name="T15" fmla="*/ 1763 h 2636"/>
                    <a:gd name="T16" fmla="*/ 1123 w 1511"/>
                    <a:gd name="T17" fmla="*/ 1732 h 2636"/>
                    <a:gd name="T18" fmla="*/ 971 w 1511"/>
                    <a:gd name="T19" fmla="*/ 1444 h 2636"/>
                    <a:gd name="T20" fmla="*/ 985 w 1511"/>
                    <a:gd name="T21" fmla="*/ 1248 h 2636"/>
                    <a:gd name="T22" fmla="*/ 990 w 1511"/>
                    <a:gd name="T23" fmla="*/ 1234 h 2636"/>
                    <a:gd name="T24" fmla="*/ 1180 w 1511"/>
                    <a:gd name="T25" fmla="*/ 1621 h 2636"/>
                    <a:gd name="T26" fmla="*/ 1245 w 1511"/>
                    <a:gd name="T27" fmla="*/ 1322 h 2636"/>
                    <a:gd name="T28" fmla="*/ 984 w 1511"/>
                    <a:gd name="T29" fmla="*/ 907 h 2636"/>
                    <a:gd name="T30" fmla="*/ 1249 w 1511"/>
                    <a:gd name="T31" fmla="*/ 1307 h 2636"/>
                    <a:gd name="T32" fmla="*/ 1255 w 1511"/>
                    <a:gd name="T33" fmla="*/ 1124 h 2636"/>
                    <a:gd name="T34" fmla="*/ 1239 w 1511"/>
                    <a:gd name="T35" fmla="*/ 926 h 2636"/>
                    <a:gd name="T36" fmla="*/ 1226 w 1511"/>
                    <a:gd name="T37" fmla="*/ 911 h 2636"/>
                    <a:gd name="T38" fmla="*/ 980 w 1511"/>
                    <a:gd name="T39" fmla="*/ 741 h 2636"/>
                    <a:gd name="T40" fmla="*/ 931 w 1511"/>
                    <a:gd name="T41" fmla="*/ 624 h 2636"/>
                    <a:gd name="T42" fmla="*/ 1216 w 1511"/>
                    <a:gd name="T43" fmla="*/ 795 h 2636"/>
                    <a:gd name="T44" fmla="*/ 1128 w 1511"/>
                    <a:gd name="T45" fmla="*/ 519 h 2636"/>
                    <a:gd name="T46" fmla="*/ 1077 w 1511"/>
                    <a:gd name="T47" fmla="*/ 415 h 2636"/>
                    <a:gd name="T48" fmla="*/ 1056 w 1511"/>
                    <a:gd name="T49" fmla="*/ 399 h 2636"/>
                    <a:gd name="T50" fmla="*/ 1049 w 1511"/>
                    <a:gd name="T51" fmla="*/ 389 h 2636"/>
                    <a:gd name="T52" fmla="*/ 1021 w 1511"/>
                    <a:gd name="T53" fmla="*/ 327 h 2636"/>
                    <a:gd name="T54" fmla="*/ 943 w 1511"/>
                    <a:gd name="T55" fmla="*/ 204 h 2636"/>
                    <a:gd name="T56" fmla="*/ 922 w 1511"/>
                    <a:gd name="T57" fmla="*/ 200 h 2636"/>
                    <a:gd name="T58" fmla="*/ 618 w 1511"/>
                    <a:gd name="T59" fmla="*/ 68 h 2636"/>
                    <a:gd name="T60" fmla="*/ 617 w 1511"/>
                    <a:gd name="T61" fmla="*/ 63 h 2636"/>
                    <a:gd name="T62" fmla="*/ 783 w 1511"/>
                    <a:gd name="T63" fmla="*/ 56 h 2636"/>
                    <a:gd name="T64" fmla="*/ 945 w 1511"/>
                    <a:gd name="T65" fmla="*/ 176 h 2636"/>
                    <a:gd name="T66" fmla="*/ 991 w 1511"/>
                    <a:gd name="T67" fmla="*/ 254 h 2636"/>
                    <a:gd name="T68" fmla="*/ 1003 w 1511"/>
                    <a:gd name="T69" fmla="*/ 269 h 2636"/>
                    <a:gd name="T70" fmla="*/ 1076 w 1511"/>
                    <a:gd name="T71" fmla="*/ 0 h 2636"/>
                    <a:gd name="T72" fmla="*/ 1121 w 1511"/>
                    <a:gd name="T73" fmla="*/ 109 h 2636"/>
                    <a:gd name="T74" fmla="*/ 1081 w 1511"/>
                    <a:gd name="T75" fmla="*/ 361 h 2636"/>
                    <a:gd name="T76" fmla="*/ 1081 w 1511"/>
                    <a:gd name="T77" fmla="*/ 393 h 2636"/>
                    <a:gd name="T78" fmla="*/ 1173 w 1511"/>
                    <a:gd name="T79" fmla="*/ 579 h 2636"/>
                    <a:gd name="T80" fmla="*/ 1181 w 1511"/>
                    <a:gd name="T81" fmla="*/ 593 h 2636"/>
                    <a:gd name="T82" fmla="*/ 1271 w 1511"/>
                    <a:gd name="T83" fmla="*/ 266 h 2636"/>
                    <a:gd name="T84" fmla="*/ 1249 w 1511"/>
                    <a:gd name="T85" fmla="*/ 754 h 2636"/>
                    <a:gd name="T86" fmla="*/ 1226 w 1511"/>
                    <a:gd name="T87" fmla="*/ 718 h 2636"/>
                    <a:gd name="T88" fmla="*/ 1276 w 1511"/>
                    <a:gd name="T89" fmla="*/ 942 h 2636"/>
                    <a:gd name="T90" fmla="*/ 1358 w 1511"/>
                    <a:gd name="T91" fmla="*/ 786 h 2636"/>
                    <a:gd name="T92" fmla="*/ 1502 w 1511"/>
                    <a:gd name="T93" fmla="*/ 686 h 2636"/>
                    <a:gd name="T94" fmla="*/ 1426 w 1511"/>
                    <a:gd name="T95" fmla="*/ 966 h 2636"/>
                    <a:gd name="T96" fmla="*/ 1300 w 1511"/>
                    <a:gd name="T97" fmla="*/ 1081 h 2636"/>
                    <a:gd name="T98" fmla="*/ 1289 w 1511"/>
                    <a:gd name="T99" fmla="*/ 1101 h 2636"/>
                    <a:gd name="T100" fmla="*/ 1061 w 1511"/>
                    <a:gd name="T101" fmla="*/ 2016 h 2636"/>
                    <a:gd name="T102" fmla="*/ 1060 w 1511"/>
                    <a:gd name="T103" fmla="*/ 2024 h 2636"/>
                    <a:gd name="T104" fmla="*/ 1474 w 1511"/>
                    <a:gd name="T105" fmla="*/ 1909 h 2636"/>
                    <a:gd name="T106" fmla="*/ 1250 w 1511"/>
                    <a:gd name="T107" fmla="*/ 2143 h 2636"/>
                    <a:gd name="T108" fmla="*/ 968 w 1511"/>
                    <a:gd name="T109" fmla="*/ 2179 h 2636"/>
                    <a:gd name="T110" fmla="*/ 1000 w 1511"/>
                    <a:gd name="T111" fmla="*/ 2110 h 2636"/>
                    <a:gd name="T112" fmla="*/ 7 w 1511"/>
                    <a:gd name="T113" fmla="*/ 2636 h 26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511" h="2636">
                      <a:moveTo>
                        <a:pt x="7" y="2636"/>
                      </a:moveTo>
                      <a:cubicBezTo>
                        <a:pt x="5" y="2608"/>
                        <a:pt x="3" y="2584"/>
                        <a:pt x="0" y="2557"/>
                      </a:cubicBezTo>
                      <a:cubicBezTo>
                        <a:pt x="178" y="2555"/>
                        <a:pt x="346" y="2516"/>
                        <a:pt x="504" y="2438"/>
                      </a:cubicBezTo>
                      <a:cubicBezTo>
                        <a:pt x="662" y="2360"/>
                        <a:pt x="796" y="2251"/>
                        <a:pt x="910" y="2118"/>
                      </a:cubicBezTo>
                      <a:cubicBezTo>
                        <a:pt x="739" y="1894"/>
                        <a:pt x="803" y="1637"/>
                        <a:pt x="887" y="1509"/>
                      </a:cubicBezTo>
                      <a:cubicBezTo>
                        <a:pt x="1013" y="1672"/>
                        <a:pt x="1021" y="1851"/>
                        <a:pt x="971" y="2042"/>
                      </a:cubicBezTo>
                      <a:cubicBezTo>
                        <a:pt x="996" y="2004"/>
                        <a:pt x="1022" y="1968"/>
                        <a:pt x="1044" y="1928"/>
                      </a:cubicBezTo>
                      <a:cubicBezTo>
                        <a:pt x="1074" y="1874"/>
                        <a:pt x="1101" y="1818"/>
                        <a:pt x="1129" y="1763"/>
                      </a:cubicBezTo>
                      <a:cubicBezTo>
                        <a:pt x="1136" y="1751"/>
                        <a:pt x="1135" y="1742"/>
                        <a:pt x="1123" y="1732"/>
                      </a:cubicBezTo>
                      <a:cubicBezTo>
                        <a:pt x="1033" y="1657"/>
                        <a:pt x="984" y="1560"/>
                        <a:pt x="971" y="1444"/>
                      </a:cubicBezTo>
                      <a:cubicBezTo>
                        <a:pt x="964" y="1377"/>
                        <a:pt x="970" y="1313"/>
                        <a:pt x="985" y="1248"/>
                      </a:cubicBezTo>
                      <a:cubicBezTo>
                        <a:pt x="986" y="1243"/>
                        <a:pt x="988" y="1239"/>
                        <a:pt x="990" y="1234"/>
                      </a:cubicBezTo>
                      <a:cubicBezTo>
                        <a:pt x="1079" y="1288"/>
                        <a:pt x="1173" y="1416"/>
                        <a:pt x="1180" y="1621"/>
                      </a:cubicBezTo>
                      <a:cubicBezTo>
                        <a:pt x="1213" y="1524"/>
                        <a:pt x="1234" y="1424"/>
                        <a:pt x="1245" y="1322"/>
                      </a:cubicBezTo>
                      <a:cubicBezTo>
                        <a:pt x="1052" y="1250"/>
                        <a:pt x="987" y="1099"/>
                        <a:pt x="984" y="907"/>
                      </a:cubicBezTo>
                      <a:cubicBezTo>
                        <a:pt x="1099" y="937"/>
                        <a:pt x="1226" y="1063"/>
                        <a:pt x="1249" y="1307"/>
                      </a:cubicBezTo>
                      <a:cubicBezTo>
                        <a:pt x="1251" y="1246"/>
                        <a:pt x="1256" y="1185"/>
                        <a:pt x="1255" y="1124"/>
                      </a:cubicBezTo>
                      <a:cubicBezTo>
                        <a:pt x="1253" y="1058"/>
                        <a:pt x="1245" y="992"/>
                        <a:pt x="1239" y="926"/>
                      </a:cubicBezTo>
                      <a:cubicBezTo>
                        <a:pt x="1239" y="920"/>
                        <a:pt x="1231" y="911"/>
                        <a:pt x="1226" y="911"/>
                      </a:cubicBezTo>
                      <a:cubicBezTo>
                        <a:pt x="1112" y="900"/>
                        <a:pt x="1033" y="839"/>
                        <a:pt x="980" y="741"/>
                      </a:cubicBezTo>
                      <a:cubicBezTo>
                        <a:pt x="961" y="705"/>
                        <a:pt x="949" y="666"/>
                        <a:pt x="931" y="624"/>
                      </a:cubicBezTo>
                      <a:cubicBezTo>
                        <a:pt x="1065" y="626"/>
                        <a:pt x="1149" y="694"/>
                        <a:pt x="1216" y="795"/>
                      </a:cubicBezTo>
                      <a:cubicBezTo>
                        <a:pt x="1196" y="699"/>
                        <a:pt x="1166" y="608"/>
                        <a:pt x="1128" y="519"/>
                      </a:cubicBezTo>
                      <a:cubicBezTo>
                        <a:pt x="1112" y="484"/>
                        <a:pt x="1095" y="449"/>
                        <a:pt x="1077" y="415"/>
                      </a:cubicBezTo>
                      <a:cubicBezTo>
                        <a:pt x="1074" y="408"/>
                        <a:pt x="1075" y="389"/>
                        <a:pt x="1056" y="399"/>
                      </a:cubicBezTo>
                      <a:cubicBezTo>
                        <a:pt x="1056" y="399"/>
                        <a:pt x="1051" y="393"/>
                        <a:pt x="1049" y="389"/>
                      </a:cubicBezTo>
                      <a:cubicBezTo>
                        <a:pt x="1039" y="368"/>
                        <a:pt x="1028" y="349"/>
                        <a:pt x="1021" y="327"/>
                      </a:cubicBezTo>
                      <a:cubicBezTo>
                        <a:pt x="1005" y="280"/>
                        <a:pt x="971" y="244"/>
                        <a:pt x="943" y="204"/>
                      </a:cubicBezTo>
                      <a:cubicBezTo>
                        <a:pt x="939" y="200"/>
                        <a:pt x="928" y="198"/>
                        <a:pt x="922" y="200"/>
                      </a:cubicBezTo>
                      <a:cubicBezTo>
                        <a:pt x="787" y="244"/>
                        <a:pt x="676" y="163"/>
                        <a:pt x="618" y="68"/>
                      </a:cubicBezTo>
                      <a:cubicBezTo>
                        <a:pt x="617" y="67"/>
                        <a:pt x="618" y="66"/>
                        <a:pt x="617" y="63"/>
                      </a:cubicBezTo>
                      <a:cubicBezTo>
                        <a:pt x="672" y="39"/>
                        <a:pt x="727" y="38"/>
                        <a:pt x="783" y="56"/>
                      </a:cubicBezTo>
                      <a:cubicBezTo>
                        <a:pt x="851" y="77"/>
                        <a:pt x="901" y="123"/>
                        <a:pt x="945" y="176"/>
                      </a:cubicBezTo>
                      <a:cubicBezTo>
                        <a:pt x="947" y="210"/>
                        <a:pt x="976" y="228"/>
                        <a:pt x="991" y="254"/>
                      </a:cubicBezTo>
                      <a:cubicBezTo>
                        <a:pt x="993" y="257"/>
                        <a:pt x="996" y="260"/>
                        <a:pt x="1003" y="269"/>
                      </a:cubicBezTo>
                      <a:cubicBezTo>
                        <a:pt x="991" y="166"/>
                        <a:pt x="1017" y="80"/>
                        <a:pt x="1076" y="0"/>
                      </a:cubicBezTo>
                      <a:cubicBezTo>
                        <a:pt x="1099" y="35"/>
                        <a:pt x="1113" y="71"/>
                        <a:pt x="1121" y="109"/>
                      </a:cubicBezTo>
                      <a:cubicBezTo>
                        <a:pt x="1138" y="198"/>
                        <a:pt x="1121" y="282"/>
                        <a:pt x="1081" y="361"/>
                      </a:cubicBezTo>
                      <a:cubicBezTo>
                        <a:pt x="1075" y="373"/>
                        <a:pt x="1075" y="381"/>
                        <a:pt x="1081" y="393"/>
                      </a:cubicBezTo>
                      <a:cubicBezTo>
                        <a:pt x="1113" y="455"/>
                        <a:pt x="1143" y="517"/>
                        <a:pt x="1173" y="579"/>
                      </a:cubicBezTo>
                      <a:cubicBezTo>
                        <a:pt x="1175" y="583"/>
                        <a:pt x="1177" y="588"/>
                        <a:pt x="1181" y="593"/>
                      </a:cubicBezTo>
                      <a:cubicBezTo>
                        <a:pt x="1167" y="471"/>
                        <a:pt x="1199" y="364"/>
                        <a:pt x="1271" y="266"/>
                      </a:cubicBezTo>
                      <a:cubicBezTo>
                        <a:pt x="1362" y="395"/>
                        <a:pt x="1354" y="598"/>
                        <a:pt x="1249" y="754"/>
                      </a:cubicBezTo>
                      <a:cubicBezTo>
                        <a:pt x="1242" y="743"/>
                        <a:pt x="1236" y="733"/>
                        <a:pt x="1226" y="718"/>
                      </a:cubicBezTo>
                      <a:cubicBezTo>
                        <a:pt x="1243" y="795"/>
                        <a:pt x="1259" y="866"/>
                        <a:pt x="1276" y="942"/>
                      </a:cubicBezTo>
                      <a:cubicBezTo>
                        <a:pt x="1292" y="881"/>
                        <a:pt x="1318" y="830"/>
                        <a:pt x="1358" y="786"/>
                      </a:cubicBezTo>
                      <a:cubicBezTo>
                        <a:pt x="1397" y="742"/>
                        <a:pt x="1445" y="709"/>
                        <a:pt x="1502" y="686"/>
                      </a:cubicBezTo>
                      <a:cubicBezTo>
                        <a:pt x="1511" y="791"/>
                        <a:pt x="1487" y="883"/>
                        <a:pt x="1426" y="966"/>
                      </a:cubicBezTo>
                      <a:cubicBezTo>
                        <a:pt x="1391" y="1012"/>
                        <a:pt x="1349" y="1050"/>
                        <a:pt x="1300" y="1081"/>
                      </a:cubicBezTo>
                      <a:cubicBezTo>
                        <a:pt x="1295" y="1085"/>
                        <a:pt x="1289" y="1094"/>
                        <a:pt x="1289" y="1101"/>
                      </a:cubicBezTo>
                      <a:cubicBezTo>
                        <a:pt x="1305" y="1429"/>
                        <a:pt x="1233" y="1735"/>
                        <a:pt x="1061" y="2016"/>
                      </a:cubicBezTo>
                      <a:cubicBezTo>
                        <a:pt x="1060" y="2018"/>
                        <a:pt x="1060" y="2020"/>
                        <a:pt x="1060" y="2024"/>
                      </a:cubicBezTo>
                      <a:cubicBezTo>
                        <a:pt x="1175" y="1906"/>
                        <a:pt x="1314" y="1875"/>
                        <a:pt x="1474" y="1909"/>
                      </a:cubicBezTo>
                      <a:cubicBezTo>
                        <a:pt x="1426" y="2016"/>
                        <a:pt x="1355" y="2096"/>
                        <a:pt x="1250" y="2143"/>
                      </a:cubicBezTo>
                      <a:cubicBezTo>
                        <a:pt x="1160" y="2183"/>
                        <a:pt x="1067" y="2192"/>
                        <a:pt x="968" y="2179"/>
                      </a:cubicBezTo>
                      <a:cubicBezTo>
                        <a:pt x="978" y="2156"/>
                        <a:pt x="988" y="2136"/>
                        <a:pt x="1000" y="2110"/>
                      </a:cubicBezTo>
                      <a:cubicBezTo>
                        <a:pt x="746" y="2438"/>
                        <a:pt x="424" y="2625"/>
                        <a:pt x="7" y="263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      <a:noAutofit/>
                </a:bodyPr>
                <a:lstStyle/>
                <a:p>
                  <a:pPr algn="ctr"/>
                  <a:endParaRPr lang="zh-CN" altLang="en-US" sz="27060">
                    <a:gradFill flip="none" rotWithShape="1">
                      <a:gsLst>
                        <a:gs pos="37000">
                          <a:schemeClr val="accent1"/>
                        </a:gs>
                        <a:gs pos="57000">
                          <a:schemeClr val="accent2"/>
                        </a:gs>
                      </a:gsLst>
                      <a:lin ang="0" scaled="1"/>
                      <a:tileRect/>
                    </a:gradFill>
                    <a:latin typeface="方正字迹-龙吟体 简" panose="02000500000000000000" pitchFamily="2" charset="-122"/>
                    <a:ea typeface="方正字迹-龙吟体 简" panose="02000500000000000000" pitchFamily="2" charset="-122"/>
                  </a:endParaRPr>
                </a:p>
              </p:txBody>
            </p:sp>
            <p:sp>
              <p:nvSpPr>
                <p:cNvPr id="1312" name="Freeform 1244"/>
                <p:cNvSpPr/>
                <p:nvPr/>
              </p:nvSpPr>
              <p:spPr bwMode="auto">
                <a:xfrm>
                  <a:off x="4377318" y="1014520"/>
                  <a:ext cx="106525" cy="245329"/>
                </a:xfrm>
                <a:custGeom>
                  <a:avLst/>
                  <a:gdLst>
                    <a:gd name="T0" fmla="*/ 158 w 270"/>
                    <a:gd name="T1" fmla="*/ 622 h 622"/>
                    <a:gd name="T2" fmla="*/ 117 w 270"/>
                    <a:gd name="T3" fmla="*/ 0 h 622"/>
                    <a:gd name="T4" fmla="*/ 158 w 270"/>
                    <a:gd name="T5" fmla="*/ 622 h 6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70" h="622">
                      <a:moveTo>
                        <a:pt x="158" y="622"/>
                      </a:moveTo>
                      <a:cubicBezTo>
                        <a:pt x="1" y="440"/>
                        <a:pt x="0" y="192"/>
                        <a:pt x="117" y="0"/>
                      </a:cubicBezTo>
                      <a:cubicBezTo>
                        <a:pt x="245" y="101"/>
                        <a:pt x="270" y="475"/>
                        <a:pt x="158" y="62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      <a:noAutofit/>
                </a:bodyPr>
                <a:lstStyle/>
                <a:p>
                  <a:pPr algn="ctr"/>
                  <a:endParaRPr lang="zh-CN" altLang="en-US" sz="27060">
                    <a:gradFill flip="none" rotWithShape="1">
                      <a:gsLst>
                        <a:gs pos="37000">
                          <a:schemeClr val="accent1"/>
                        </a:gs>
                        <a:gs pos="57000">
                          <a:schemeClr val="accent2"/>
                        </a:gs>
                      </a:gsLst>
                      <a:lin ang="0" scaled="1"/>
                      <a:tileRect/>
                    </a:gradFill>
                    <a:latin typeface="方正字迹-龙吟体 简" panose="02000500000000000000" pitchFamily="2" charset="-122"/>
                    <a:ea typeface="方正字迹-龙吟体 简" panose="02000500000000000000" pitchFamily="2" charset="-122"/>
                  </a:endParaRPr>
                </a:p>
              </p:txBody>
            </p:sp>
            <p:sp>
              <p:nvSpPr>
                <p:cNvPr id="1313" name="Freeform 1246"/>
                <p:cNvSpPr/>
                <p:nvPr/>
              </p:nvSpPr>
              <p:spPr bwMode="auto">
                <a:xfrm>
                  <a:off x="4488567" y="970890"/>
                  <a:ext cx="107873" cy="245329"/>
                </a:xfrm>
                <a:custGeom>
                  <a:avLst/>
                  <a:gdLst>
                    <a:gd name="T0" fmla="*/ 163 w 274"/>
                    <a:gd name="T1" fmla="*/ 622 h 622"/>
                    <a:gd name="T2" fmla="*/ 122 w 274"/>
                    <a:gd name="T3" fmla="*/ 0 h 622"/>
                    <a:gd name="T4" fmla="*/ 163 w 274"/>
                    <a:gd name="T5" fmla="*/ 622 h 6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74" h="622">
                      <a:moveTo>
                        <a:pt x="163" y="622"/>
                      </a:moveTo>
                      <a:cubicBezTo>
                        <a:pt x="12" y="454"/>
                        <a:pt x="0" y="198"/>
                        <a:pt x="122" y="0"/>
                      </a:cubicBezTo>
                      <a:cubicBezTo>
                        <a:pt x="250" y="104"/>
                        <a:pt x="274" y="471"/>
                        <a:pt x="163" y="62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      <a:noAutofit/>
                </a:bodyPr>
                <a:lstStyle/>
                <a:p>
                  <a:pPr algn="ctr"/>
                  <a:endParaRPr lang="zh-CN" altLang="en-US" sz="27060">
                    <a:gradFill flip="none" rotWithShape="1">
                      <a:gsLst>
                        <a:gs pos="37000">
                          <a:schemeClr val="accent1"/>
                        </a:gs>
                        <a:gs pos="57000">
                          <a:schemeClr val="accent2"/>
                        </a:gs>
                      </a:gsLst>
                      <a:lin ang="0" scaled="1"/>
                      <a:tileRect/>
                    </a:gradFill>
                    <a:latin typeface="方正字迹-龙吟体 简" panose="02000500000000000000" pitchFamily="2" charset="-122"/>
                    <a:ea typeface="方正字迹-龙吟体 简" panose="02000500000000000000" pitchFamily="2" charset="-122"/>
                  </a:endParaRPr>
                </a:p>
              </p:txBody>
            </p:sp>
            <p:sp>
              <p:nvSpPr>
                <p:cNvPr id="1314" name="Freeform 1248"/>
                <p:cNvSpPr/>
                <p:nvPr/>
              </p:nvSpPr>
              <p:spPr bwMode="auto">
                <a:xfrm>
                  <a:off x="4451864" y="1274091"/>
                  <a:ext cx="215752" cy="130061"/>
                </a:xfrm>
                <a:custGeom>
                  <a:avLst/>
                  <a:gdLst>
                    <a:gd name="T0" fmla="*/ 0 w 547"/>
                    <a:gd name="T1" fmla="*/ 167 h 330"/>
                    <a:gd name="T2" fmla="*/ 547 w 547"/>
                    <a:gd name="T3" fmla="*/ 198 h 330"/>
                    <a:gd name="T4" fmla="*/ 0 w 547"/>
                    <a:gd name="T5" fmla="*/ 167 h 3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47" h="330">
                      <a:moveTo>
                        <a:pt x="0" y="167"/>
                      </a:moveTo>
                      <a:cubicBezTo>
                        <a:pt x="179" y="0"/>
                        <a:pt x="402" y="54"/>
                        <a:pt x="547" y="198"/>
                      </a:cubicBezTo>
                      <a:cubicBezTo>
                        <a:pt x="446" y="330"/>
                        <a:pt x="128" y="311"/>
                        <a:pt x="0" y="16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      <a:noAutofit/>
                </a:bodyPr>
                <a:lstStyle/>
                <a:p>
                  <a:pPr algn="ctr"/>
                  <a:endParaRPr lang="zh-CN" altLang="en-US" sz="27060">
                    <a:gradFill flip="none" rotWithShape="1">
                      <a:gsLst>
                        <a:gs pos="37000">
                          <a:schemeClr val="accent1"/>
                        </a:gs>
                        <a:gs pos="57000">
                          <a:schemeClr val="accent2"/>
                        </a:gs>
                      </a:gsLst>
                      <a:lin ang="0" scaled="1"/>
                      <a:tileRect/>
                    </a:gradFill>
                    <a:latin typeface="方正字迹-龙吟体 简" panose="02000500000000000000" pitchFamily="2" charset="-122"/>
                    <a:ea typeface="方正字迹-龙吟体 简" panose="02000500000000000000" pitchFamily="2" charset="-122"/>
                  </a:endParaRPr>
                </a:p>
              </p:txBody>
            </p:sp>
            <p:sp>
              <p:nvSpPr>
                <p:cNvPr id="1315" name="Freeform 1251"/>
                <p:cNvSpPr/>
                <p:nvPr/>
              </p:nvSpPr>
              <p:spPr bwMode="auto">
                <a:xfrm>
                  <a:off x="4607357" y="1201096"/>
                  <a:ext cx="216753" cy="109559"/>
                </a:xfrm>
                <a:custGeom>
                  <a:avLst/>
                  <a:gdLst>
                    <a:gd name="T0" fmla="*/ 0 w 549"/>
                    <a:gd name="T1" fmla="*/ 154 h 278"/>
                    <a:gd name="T2" fmla="*/ 549 w 549"/>
                    <a:gd name="T3" fmla="*/ 186 h 278"/>
                    <a:gd name="T4" fmla="*/ 309 w 549"/>
                    <a:gd name="T5" fmla="*/ 276 h 278"/>
                    <a:gd name="T6" fmla="*/ 6 w 549"/>
                    <a:gd name="T7" fmla="*/ 160 h 278"/>
                    <a:gd name="T8" fmla="*/ 0 w 549"/>
                    <a:gd name="T9" fmla="*/ 154 h 2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49" h="278">
                      <a:moveTo>
                        <a:pt x="0" y="154"/>
                      </a:moveTo>
                      <a:cubicBezTo>
                        <a:pt x="155" y="0"/>
                        <a:pt x="383" y="21"/>
                        <a:pt x="549" y="186"/>
                      </a:cubicBezTo>
                      <a:cubicBezTo>
                        <a:pt x="480" y="245"/>
                        <a:pt x="401" y="278"/>
                        <a:pt x="309" y="276"/>
                      </a:cubicBezTo>
                      <a:cubicBezTo>
                        <a:pt x="194" y="273"/>
                        <a:pt x="96" y="228"/>
                        <a:pt x="6" y="160"/>
                      </a:cubicBezTo>
                      <a:cubicBezTo>
                        <a:pt x="4" y="158"/>
                        <a:pt x="2" y="156"/>
                        <a:pt x="0" y="154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      <a:noAutofit/>
                </a:bodyPr>
                <a:lstStyle/>
                <a:p>
                  <a:pPr algn="ctr"/>
                  <a:endParaRPr lang="zh-CN" altLang="en-US" sz="27060">
                    <a:gradFill flip="none" rotWithShape="1">
                      <a:gsLst>
                        <a:gs pos="37000">
                          <a:schemeClr val="accent1"/>
                        </a:gs>
                        <a:gs pos="57000">
                          <a:schemeClr val="accent2"/>
                        </a:gs>
                      </a:gsLst>
                      <a:lin ang="0" scaled="1"/>
                      <a:tileRect/>
                    </a:gradFill>
                    <a:latin typeface="方正字迹-龙吟体 简" panose="02000500000000000000" pitchFamily="2" charset="-122"/>
                    <a:ea typeface="方正字迹-龙吟体 简" panose="02000500000000000000" pitchFamily="2" charset="-122"/>
                  </a:endParaRPr>
                </a:p>
              </p:txBody>
            </p:sp>
            <p:sp>
              <p:nvSpPr>
                <p:cNvPr id="1316" name="Freeform 1253"/>
                <p:cNvSpPr/>
                <p:nvPr/>
              </p:nvSpPr>
              <p:spPr bwMode="auto">
                <a:xfrm>
                  <a:off x="4776956" y="898241"/>
                  <a:ext cx="171057" cy="130058"/>
                </a:xfrm>
                <a:custGeom>
                  <a:avLst/>
                  <a:gdLst>
                    <a:gd name="T0" fmla="*/ 0 w 434"/>
                    <a:gd name="T1" fmla="*/ 298 h 330"/>
                    <a:gd name="T2" fmla="*/ 434 w 434"/>
                    <a:gd name="T3" fmla="*/ 65 h 330"/>
                    <a:gd name="T4" fmla="*/ 0 w 434"/>
                    <a:gd name="T5" fmla="*/ 298 h 3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4" h="330">
                      <a:moveTo>
                        <a:pt x="0" y="298"/>
                      </a:moveTo>
                      <a:cubicBezTo>
                        <a:pt x="55" y="120"/>
                        <a:pt x="280" y="0"/>
                        <a:pt x="434" y="65"/>
                      </a:cubicBezTo>
                      <a:cubicBezTo>
                        <a:pt x="378" y="227"/>
                        <a:pt x="193" y="330"/>
                        <a:pt x="0" y="298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      <a:noAutofit/>
                </a:bodyPr>
                <a:lstStyle/>
                <a:p>
                  <a:pPr algn="ctr"/>
                  <a:endParaRPr lang="zh-CN" altLang="en-US" sz="27060">
                    <a:gradFill flip="none" rotWithShape="1">
                      <a:gsLst>
                        <a:gs pos="37000">
                          <a:schemeClr val="accent1"/>
                        </a:gs>
                        <a:gs pos="57000">
                          <a:schemeClr val="accent2"/>
                        </a:gs>
                      </a:gsLst>
                      <a:lin ang="0" scaled="1"/>
                      <a:tileRect/>
                    </a:gradFill>
                    <a:latin typeface="方正字迹-龙吟体 简" panose="02000500000000000000" pitchFamily="2" charset="-122"/>
                    <a:ea typeface="方正字迹-龙吟体 简" panose="02000500000000000000" pitchFamily="2" charset="-122"/>
                  </a:endParaRPr>
                </a:p>
              </p:txBody>
            </p:sp>
            <p:sp>
              <p:nvSpPr>
                <p:cNvPr id="1317" name="Freeform 1255"/>
                <p:cNvSpPr/>
                <p:nvPr/>
              </p:nvSpPr>
              <p:spPr bwMode="auto">
                <a:xfrm>
                  <a:off x="4805725" y="724130"/>
                  <a:ext cx="124341" cy="165341"/>
                </a:xfrm>
                <a:custGeom>
                  <a:avLst/>
                  <a:gdLst>
                    <a:gd name="T0" fmla="*/ 314 w 315"/>
                    <a:gd name="T1" fmla="*/ 0 h 419"/>
                    <a:gd name="T2" fmla="*/ 10 w 315"/>
                    <a:gd name="T3" fmla="*/ 419 h 419"/>
                    <a:gd name="T4" fmla="*/ 314 w 315"/>
                    <a:gd name="T5" fmla="*/ 0 h 4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15" h="419">
                      <a:moveTo>
                        <a:pt x="314" y="0"/>
                      </a:moveTo>
                      <a:cubicBezTo>
                        <a:pt x="315" y="217"/>
                        <a:pt x="159" y="373"/>
                        <a:pt x="10" y="419"/>
                      </a:cubicBezTo>
                      <a:cubicBezTo>
                        <a:pt x="0" y="202"/>
                        <a:pt x="143" y="33"/>
                        <a:pt x="314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      <a:noAutofit/>
                </a:bodyPr>
                <a:lstStyle/>
                <a:p>
                  <a:pPr algn="ctr"/>
                  <a:endParaRPr lang="zh-CN" altLang="en-US" sz="27060">
                    <a:gradFill flip="none" rotWithShape="1">
                      <a:gsLst>
                        <a:gs pos="37000">
                          <a:schemeClr val="accent1"/>
                        </a:gs>
                        <a:gs pos="57000">
                          <a:schemeClr val="accent2"/>
                        </a:gs>
                      </a:gsLst>
                      <a:lin ang="0" scaled="1"/>
                      <a:tileRect/>
                    </a:gradFill>
                    <a:latin typeface="方正字迹-龙吟体 简" panose="02000500000000000000" pitchFamily="2" charset="-122"/>
                    <a:ea typeface="方正字迹-龙吟体 简" panose="02000500000000000000" pitchFamily="2" charset="-122"/>
                  </a:endParaRPr>
                </a:p>
              </p:txBody>
            </p:sp>
            <p:sp>
              <p:nvSpPr>
                <p:cNvPr id="1318" name="Freeform 1257"/>
                <p:cNvSpPr/>
                <p:nvPr/>
              </p:nvSpPr>
              <p:spPr bwMode="auto">
                <a:xfrm>
                  <a:off x="4592002" y="433937"/>
                  <a:ext cx="136776" cy="113256"/>
                </a:xfrm>
                <a:custGeom>
                  <a:avLst/>
                  <a:gdLst>
                    <a:gd name="T0" fmla="*/ 0 w 347"/>
                    <a:gd name="T1" fmla="*/ 29 h 287"/>
                    <a:gd name="T2" fmla="*/ 347 w 347"/>
                    <a:gd name="T3" fmla="*/ 251 h 287"/>
                    <a:gd name="T4" fmla="*/ 0 w 347"/>
                    <a:gd name="T5" fmla="*/ 29 h 2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47" h="287">
                      <a:moveTo>
                        <a:pt x="0" y="29"/>
                      </a:moveTo>
                      <a:cubicBezTo>
                        <a:pt x="142" y="0"/>
                        <a:pt x="282" y="102"/>
                        <a:pt x="347" y="251"/>
                      </a:cubicBezTo>
                      <a:cubicBezTo>
                        <a:pt x="196" y="287"/>
                        <a:pt x="55" y="188"/>
                        <a:pt x="0" y="2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      <a:noAutofit/>
                </a:bodyPr>
                <a:lstStyle/>
                <a:p>
                  <a:pPr algn="ctr"/>
                  <a:endParaRPr lang="zh-CN" altLang="en-US" sz="27060">
                    <a:gradFill flip="none" rotWithShape="1">
                      <a:gsLst>
                        <a:gs pos="37000">
                          <a:schemeClr val="accent1"/>
                        </a:gs>
                        <a:gs pos="57000">
                          <a:schemeClr val="accent2"/>
                        </a:gs>
                      </a:gsLst>
                      <a:lin ang="0" scaled="1"/>
                      <a:tileRect/>
                    </a:gradFill>
                    <a:latin typeface="方正字迹-龙吟体 简" panose="02000500000000000000" pitchFamily="2" charset="-122"/>
                    <a:ea typeface="方正字迹-龙吟体 简" panose="02000500000000000000" pitchFamily="2" charset="-122"/>
                  </a:endParaRPr>
                </a:p>
              </p:txBody>
            </p:sp>
            <p:sp>
              <p:nvSpPr>
                <p:cNvPr id="1319" name="Freeform 1259"/>
                <p:cNvSpPr/>
                <p:nvPr/>
              </p:nvSpPr>
              <p:spPr bwMode="auto">
                <a:xfrm>
                  <a:off x="4466754" y="199455"/>
                  <a:ext cx="131734" cy="94093"/>
                </a:xfrm>
                <a:custGeom>
                  <a:avLst/>
                  <a:gdLst>
                    <a:gd name="T0" fmla="*/ 0 w 334"/>
                    <a:gd name="T1" fmla="*/ 57 h 238"/>
                    <a:gd name="T2" fmla="*/ 334 w 334"/>
                    <a:gd name="T3" fmla="*/ 179 h 238"/>
                    <a:gd name="T4" fmla="*/ 0 w 334"/>
                    <a:gd name="T5" fmla="*/ 57 h 2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34" h="238">
                      <a:moveTo>
                        <a:pt x="0" y="57"/>
                      </a:moveTo>
                      <a:cubicBezTo>
                        <a:pt x="110" y="0"/>
                        <a:pt x="255" y="62"/>
                        <a:pt x="334" y="179"/>
                      </a:cubicBezTo>
                      <a:cubicBezTo>
                        <a:pt x="218" y="238"/>
                        <a:pt x="74" y="190"/>
                        <a:pt x="0" y="5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      <a:noAutofit/>
                </a:bodyPr>
                <a:lstStyle/>
                <a:p>
                  <a:pPr algn="ctr"/>
                  <a:endParaRPr lang="zh-CN" altLang="en-US" sz="27060">
                    <a:gradFill flip="none" rotWithShape="1">
                      <a:gsLst>
                        <a:gs pos="37000">
                          <a:schemeClr val="accent1"/>
                        </a:gs>
                        <a:gs pos="57000">
                          <a:schemeClr val="accent2"/>
                        </a:gs>
                      </a:gsLst>
                      <a:lin ang="0" scaled="1"/>
                      <a:tileRect/>
                    </a:gradFill>
                    <a:latin typeface="方正字迹-龙吟体 简" panose="02000500000000000000" pitchFamily="2" charset="-122"/>
                    <a:ea typeface="方正字迹-龙吟体 简" panose="02000500000000000000" pitchFamily="2" charset="-122"/>
                  </a:endParaRPr>
                </a:p>
              </p:txBody>
            </p:sp>
            <p:sp>
              <p:nvSpPr>
                <p:cNvPr id="1320" name="Freeform 1261"/>
                <p:cNvSpPr/>
                <p:nvPr/>
              </p:nvSpPr>
              <p:spPr bwMode="auto">
                <a:xfrm>
                  <a:off x="4606632" y="215195"/>
                  <a:ext cx="71581" cy="101490"/>
                </a:xfrm>
                <a:custGeom>
                  <a:avLst/>
                  <a:gdLst>
                    <a:gd name="T0" fmla="*/ 181 w 181"/>
                    <a:gd name="T1" fmla="*/ 257 h 257"/>
                    <a:gd name="T2" fmla="*/ 8 w 181"/>
                    <a:gd name="T3" fmla="*/ 0 h 257"/>
                    <a:gd name="T4" fmla="*/ 181 w 181"/>
                    <a:gd name="T5" fmla="*/ 257 h 2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81" h="257">
                      <a:moveTo>
                        <a:pt x="181" y="257"/>
                      </a:moveTo>
                      <a:cubicBezTo>
                        <a:pt x="63" y="231"/>
                        <a:pt x="0" y="106"/>
                        <a:pt x="8" y="0"/>
                      </a:cubicBezTo>
                      <a:cubicBezTo>
                        <a:pt x="101" y="17"/>
                        <a:pt x="179" y="137"/>
                        <a:pt x="181" y="25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      <a:noAutofit/>
                </a:bodyPr>
                <a:lstStyle/>
                <a:p>
                  <a:pPr algn="ctr"/>
                  <a:endParaRPr lang="zh-CN" altLang="en-US" sz="27060">
                    <a:gradFill flip="none" rotWithShape="1">
                      <a:gsLst>
                        <a:gs pos="37000">
                          <a:schemeClr val="accent1"/>
                        </a:gs>
                        <a:gs pos="57000">
                          <a:schemeClr val="accent2"/>
                        </a:gs>
                      </a:gsLst>
                      <a:lin ang="0" scaled="1"/>
                      <a:tileRect/>
                    </a:gradFill>
                    <a:latin typeface="方正字迹-龙吟体 简" panose="02000500000000000000" pitchFamily="2" charset="-122"/>
                    <a:ea typeface="方正字迹-龙吟体 简" panose="02000500000000000000" pitchFamily="2" charset="-122"/>
                  </a:endParaRPr>
                </a:p>
              </p:txBody>
            </p:sp>
          </p:grpSp>
        </p:grpSp>
        <p:sp>
          <p:nvSpPr>
            <p:cNvPr id="1304" name="文本框 1303"/>
            <p:cNvSpPr txBox="1"/>
            <p:nvPr/>
          </p:nvSpPr>
          <p:spPr>
            <a:xfrm>
              <a:off x="1678723" y="4851204"/>
              <a:ext cx="2148840" cy="696595"/>
            </a:xfrm>
            <a:prstGeom prst="rect">
              <a:avLst/>
            </a:prstGeom>
            <a:noFill/>
            <a:effectLst/>
          </p:spPr>
          <p:txBody>
            <a:bodyPr wrap="square" lIns="188706" tIns="94353" rIns="188706" bIns="94353" rtlCol="0">
              <a:noAutofit/>
            </a:bodyPr>
            <a:lstStyle/>
            <a:p>
              <a:pPr algn="ctr"/>
              <a:r>
                <a:rPr lang="en-US" altLang="zh-CN" sz="2400">
                  <a:solidFill>
                    <a:schemeClr val="accent2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3</a:t>
              </a:r>
              <a:r>
                <a:rPr lang="zh-CN" altLang="en-US" sz="2400">
                  <a:solidFill>
                    <a:schemeClr val="accent2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场红色</a:t>
              </a:r>
              <a:r>
                <a:rPr lang="zh-CN" altLang="en-US" sz="2400">
                  <a:solidFill>
                    <a:schemeClr val="accent2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宣讲</a:t>
              </a:r>
              <a:endParaRPr lang="zh-CN" altLang="en-US" sz="2400">
                <a:solidFill>
                  <a:schemeClr val="accent2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grpSp>
          <p:nvGrpSpPr>
            <p:cNvPr id="1305" name="Group 338+"/>
            <p:cNvGrpSpPr/>
            <p:nvPr/>
          </p:nvGrpSpPr>
          <p:grpSpPr>
            <a:xfrm>
              <a:off x="2406738" y="5449896"/>
              <a:ext cx="498659" cy="109325"/>
              <a:chOff x="8404798" y="2019926"/>
              <a:chExt cx="498659" cy="109325"/>
            </a:xfrm>
          </p:grpSpPr>
          <p:sp>
            <p:nvSpPr>
              <p:cNvPr id="1306" name="Freeform 1340"/>
              <p:cNvSpPr/>
              <p:nvPr/>
            </p:nvSpPr>
            <p:spPr bwMode="auto">
              <a:xfrm>
                <a:off x="8597274" y="2019926"/>
                <a:ext cx="113716" cy="109106"/>
              </a:xfrm>
              <a:custGeom>
                <a:avLst/>
                <a:gdLst>
                  <a:gd name="T0" fmla="*/ 63 w 125"/>
                  <a:gd name="T1" fmla="*/ 0 h 120"/>
                  <a:gd name="T2" fmla="*/ 82 w 125"/>
                  <a:gd name="T3" fmla="*/ 40 h 120"/>
                  <a:gd name="T4" fmla="*/ 125 w 125"/>
                  <a:gd name="T5" fmla="*/ 46 h 120"/>
                  <a:gd name="T6" fmla="*/ 95 w 125"/>
                  <a:gd name="T7" fmla="*/ 76 h 120"/>
                  <a:gd name="T8" fmla="*/ 102 w 125"/>
                  <a:gd name="T9" fmla="*/ 120 h 120"/>
                  <a:gd name="T10" fmla="*/ 63 w 125"/>
                  <a:gd name="T11" fmla="*/ 99 h 120"/>
                  <a:gd name="T12" fmla="*/ 24 w 125"/>
                  <a:gd name="T13" fmla="*/ 120 h 120"/>
                  <a:gd name="T14" fmla="*/ 31 w 125"/>
                  <a:gd name="T15" fmla="*/ 76 h 120"/>
                  <a:gd name="T16" fmla="*/ 0 w 125"/>
                  <a:gd name="T17" fmla="*/ 46 h 120"/>
                  <a:gd name="T18" fmla="*/ 43 w 125"/>
                  <a:gd name="T19" fmla="*/ 40 h 120"/>
                  <a:gd name="T20" fmla="*/ 63 w 125"/>
                  <a:gd name="T21" fmla="*/ 0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25" h="120">
                    <a:moveTo>
                      <a:pt x="63" y="0"/>
                    </a:moveTo>
                    <a:lnTo>
                      <a:pt x="82" y="40"/>
                    </a:lnTo>
                    <a:lnTo>
                      <a:pt x="125" y="46"/>
                    </a:lnTo>
                    <a:lnTo>
                      <a:pt x="95" y="76"/>
                    </a:lnTo>
                    <a:lnTo>
                      <a:pt x="102" y="120"/>
                    </a:lnTo>
                    <a:lnTo>
                      <a:pt x="63" y="99"/>
                    </a:lnTo>
                    <a:lnTo>
                      <a:pt x="24" y="120"/>
                    </a:lnTo>
                    <a:lnTo>
                      <a:pt x="31" y="76"/>
                    </a:lnTo>
                    <a:lnTo>
                      <a:pt x="0" y="46"/>
                    </a:lnTo>
                    <a:lnTo>
                      <a:pt x="43" y="40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13000">
                    <a:srgbClr val="36B43C"/>
                  </a:gs>
                  <a:gs pos="85000">
                    <a:srgbClr val="0D7528"/>
                  </a:gs>
                </a:gsLst>
                <a:lin ang="5400000" scaled="1"/>
              </a:gra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110642" tIns="55321" rIns="110642" bIns="55321" numCol="1" spcCol="0" rtlCol="0" fromWordArt="0" anchor="t" anchorCtr="0" forceAA="0" compatLnSpc="1">
                <a:noAutofit/>
              </a:bodyPr>
              <a:lstStyle/>
              <a:p>
                <a:pPr>
                  <a:defRPr/>
                </a:pPr>
                <a:endParaRPr lang="zh-CN" altLang="en-US" sz="3870">
                  <a:gradFill>
                    <a:gsLst>
                      <a:gs pos="13000">
                        <a:srgbClr val="36B43C"/>
                      </a:gs>
                      <a:gs pos="85000">
                        <a:srgbClr val="0D7528"/>
                      </a:gs>
                    </a:gsLst>
                    <a:lin ang="5400000" scaled="1"/>
                  </a:gradFill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1307" name="Freeform 1341"/>
              <p:cNvSpPr/>
              <p:nvPr/>
            </p:nvSpPr>
            <p:spPr bwMode="auto">
              <a:xfrm>
                <a:off x="8404798" y="2048574"/>
                <a:ext cx="79140" cy="80677"/>
              </a:xfrm>
              <a:custGeom>
                <a:avLst/>
                <a:gdLst>
                  <a:gd name="T0" fmla="*/ 56 w 87"/>
                  <a:gd name="T1" fmla="*/ 0 h 89"/>
                  <a:gd name="T2" fmla="*/ 60 w 87"/>
                  <a:gd name="T3" fmla="*/ 30 h 89"/>
                  <a:gd name="T4" fmla="*/ 87 w 87"/>
                  <a:gd name="T5" fmla="*/ 47 h 89"/>
                  <a:gd name="T6" fmla="*/ 58 w 87"/>
                  <a:gd name="T7" fmla="*/ 58 h 89"/>
                  <a:gd name="T8" fmla="*/ 52 w 87"/>
                  <a:gd name="T9" fmla="*/ 89 h 89"/>
                  <a:gd name="T10" fmla="*/ 31 w 87"/>
                  <a:gd name="T11" fmla="*/ 65 h 89"/>
                  <a:gd name="T12" fmla="*/ 0 w 87"/>
                  <a:gd name="T13" fmla="*/ 69 h 89"/>
                  <a:gd name="T14" fmla="*/ 17 w 87"/>
                  <a:gd name="T15" fmla="*/ 42 h 89"/>
                  <a:gd name="T16" fmla="*/ 4 w 87"/>
                  <a:gd name="T17" fmla="*/ 12 h 89"/>
                  <a:gd name="T18" fmla="*/ 34 w 87"/>
                  <a:gd name="T19" fmla="*/ 21 h 89"/>
                  <a:gd name="T20" fmla="*/ 56 w 87"/>
                  <a:gd name="T21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7" h="89">
                    <a:moveTo>
                      <a:pt x="56" y="0"/>
                    </a:moveTo>
                    <a:lnTo>
                      <a:pt x="60" y="30"/>
                    </a:lnTo>
                    <a:lnTo>
                      <a:pt x="87" y="47"/>
                    </a:lnTo>
                    <a:lnTo>
                      <a:pt x="58" y="58"/>
                    </a:lnTo>
                    <a:lnTo>
                      <a:pt x="52" y="89"/>
                    </a:lnTo>
                    <a:lnTo>
                      <a:pt x="31" y="65"/>
                    </a:lnTo>
                    <a:lnTo>
                      <a:pt x="0" y="69"/>
                    </a:lnTo>
                    <a:lnTo>
                      <a:pt x="17" y="42"/>
                    </a:lnTo>
                    <a:lnTo>
                      <a:pt x="4" y="12"/>
                    </a:lnTo>
                    <a:lnTo>
                      <a:pt x="34" y="21"/>
                    </a:lnTo>
                    <a:lnTo>
                      <a:pt x="56" y="0"/>
                    </a:lnTo>
                    <a:close/>
                  </a:path>
                </a:pathLst>
              </a:custGeom>
              <a:gradFill>
                <a:gsLst>
                  <a:gs pos="13000">
                    <a:srgbClr val="36B43C"/>
                  </a:gs>
                  <a:gs pos="85000">
                    <a:srgbClr val="0D7528"/>
                  </a:gs>
                </a:gsLst>
                <a:lin ang="5400000" scaled="1"/>
              </a:gra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110642" tIns="55321" rIns="110642" bIns="55321" numCol="1" spcCol="0" rtlCol="0" fromWordArt="0" anchor="t" anchorCtr="0" forceAA="0" compatLnSpc="1">
                <a:noAutofit/>
              </a:bodyPr>
              <a:lstStyle/>
              <a:p>
                <a:pPr>
                  <a:defRPr/>
                </a:pPr>
                <a:endParaRPr lang="zh-CN" altLang="en-US" sz="3870">
                  <a:gradFill>
                    <a:gsLst>
                      <a:gs pos="13000">
                        <a:srgbClr val="36B43C"/>
                      </a:gs>
                      <a:gs pos="85000">
                        <a:srgbClr val="0D7528"/>
                      </a:gs>
                    </a:gsLst>
                    <a:lin ang="5400000" scaled="1"/>
                  </a:gradFill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1308" name="Freeform 1342"/>
              <p:cNvSpPr/>
              <p:nvPr/>
            </p:nvSpPr>
            <p:spPr bwMode="auto">
              <a:xfrm>
                <a:off x="8824317" y="2048574"/>
                <a:ext cx="79140" cy="80677"/>
              </a:xfrm>
              <a:custGeom>
                <a:avLst/>
                <a:gdLst>
                  <a:gd name="T0" fmla="*/ 29 w 87"/>
                  <a:gd name="T1" fmla="*/ 0 h 89"/>
                  <a:gd name="T2" fmla="*/ 27 w 87"/>
                  <a:gd name="T3" fmla="*/ 30 h 89"/>
                  <a:gd name="T4" fmla="*/ 0 w 87"/>
                  <a:gd name="T5" fmla="*/ 47 h 89"/>
                  <a:gd name="T6" fmla="*/ 28 w 87"/>
                  <a:gd name="T7" fmla="*/ 58 h 89"/>
                  <a:gd name="T8" fmla="*/ 35 w 87"/>
                  <a:gd name="T9" fmla="*/ 89 h 89"/>
                  <a:gd name="T10" fmla="*/ 55 w 87"/>
                  <a:gd name="T11" fmla="*/ 65 h 89"/>
                  <a:gd name="T12" fmla="*/ 87 w 87"/>
                  <a:gd name="T13" fmla="*/ 69 h 89"/>
                  <a:gd name="T14" fmla="*/ 71 w 87"/>
                  <a:gd name="T15" fmla="*/ 42 h 89"/>
                  <a:gd name="T16" fmla="*/ 83 w 87"/>
                  <a:gd name="T17" fmla="*/ 12 h 89"/>
                  <a:gd name="T18" fmla="*/ 53 w 87"/>
                  <a:gd name="T19" fmla="*/ 21 h 89"/>
                  <a:gd name="T20" fmla="*/ 29 w 87"/>
                  <a:gd name="T21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7" h="89">
                    <a:moveTo>
                      <a:pt x="29" y="0"/>
                    </a:moveTo>
                    <a:lnTo>
                      <a:pt x="27" y="30"/>
                    </a:lnTo>
                    <a:lnTo>
                      <a:pt x="0" y="47"/>
                    </a:lnTo>
                    <a:lnTo>
                      <a:pt x="28" y="58"/>
                    </a:lnTo>
                    <a:lnTo>
                      <a:pt x="35" y="89"/>
                    </a:lnTo>
                    <a:lnTo>
                      <a:pt x="55" y="65"/>
                    </a:lnTo>
                    <a:lnTo>
                      <a:pt x="87" y="69"/>
                    </a:lnTo>
                    <a:lnTo>
                      <a:pt x="71" y="42"/>
                    </a:lnTo>
                    <a:lnTo>
                      <a:pt x="83" y="12"/>
                    </a:lnTo>
                    <a:lnTo>
                      <a:pt x="53" y="21"/>
                    </a:lnTo>
                    <a:lnTo>
                      <a:pt x="29" y="0"/>
                    </a:lnTo>
                    <a:close/>
                  </a:path>
                </a:pathLst>
              </a:custGeom>
              <a:gradFill>
                <a:gsLst>
                  <a:gs pos="13000">
                    <a:srgbClr val="36B43C"/>
                  </a:gs>
                  <a:gs pos="85000">
                    <a:srgbClr val="0D7528"/>
                  </a:gs>
                </a:gsLst>
                <a:lin ang="5400000" scaled="1"/>
              </a:gra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110642" tIns="55321" rIns="110642" bIns="55321" numCol="1" spcCol="0" rtlCol="0" fromWordArt="0" anchor="t" anchorCtr="0" forceAA="0" compatLnSpc="1">
                <a:noAutofit/>
              </a:bodyPr>
              <a:lstStyle/>
              <a:p>
                <a:pPr>
                  <a:defRPr/>
                </a:pPr>
                <a:endParaRPr lang="zh-CN" altLang="en-US" sz="3870">
                  <a:gradFill>
                    <a:gsLst>
                      <a:gs pos="13000">
                        <a:srgbClr val="36B43C"/>
                      </a:gs>
                      <a:gs pos="85000">
                        <a:srgbClr val="0D7528"/>
                      </a:gs>
                    </a:gsLst>
                    <a:lin ang="5400000" scaled="1"/>
                  </a:gradFill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</p:grpSp>
      </p:grpSp>
      <p:grpSp>
        <p:nvGrpSpPr>
          <p:cNvPr id="1331" name="Group 1300++"/>
          <p:cNvGrpSpPr/>
          <p:nvPr/>
        </p:nvGrpSpPr>
        <p:grpSpPr>
          <a:xfrm>
            <a:off x="8378722" y="4746429"/>
            <a:ext cx="3018310" cy="839570"/>
            <a:chOff x="1146593" y="4746429"/>
            <a:chExt cx="3018310" cy="839570"/>
          </a:xfrm>
        </p:grpSpPr>
        <p:grpSp>
          <p:nvGrpSpPr>
            <p:cNvPr id="1332" name="组合 1331"/>
            <p:cNvGrpSpPr/>
            <p:nvPr/>
          </p:nvGrpSpPr>
          <p:grpSpPr>
            <a:xfrm>
              <a:off x="1146593" y="4746429"/>
              <a:ext cx="3018310" cy="839570"/>
              <a:chOff x="-895296" y="5034173"/>
              <a:chExt cx="3018310" cy="839570"/>
            </a:xfrm>
          </p:grpSpPr>
          <p:grpSp>
            <p:nvGrpSpPr>
              <p:cNvPr id="1338" name="Group 325+"/>
              <p:cNvGrpSpPr/>
              <p:nvPr/>
            </p:nvGrpSpPr>
            <p:grpSpPr>
              <a:xfrm rot="20747591" flipH="1">
                <a:off x="-895296" y="5034173"/>
                <a:ext cx="445361" cy="830531"/>
                <a:chOff x="6978520" y="-457397"/>
                <a:chExt cx="680657" cy="1199740"/>
              </a:xfrm>
            </p:grpSpPr>
            <p:sp>
              <p:nvSpPr>
                <p:cNvPr id="1350" name="Freeform 1242"/>
                <p:cNvSpPr/>
                <p:nvPr/>
              </p:nvSpPr>
              <p:spPr bwMode="auto">
                <a:xfrm>
                  <a:off x="6978520" y="-367783"/>
                  <a:ext cx="596160" cy="1039753"/>
                </a:xfrm>
                <a:custGeom>
                  <a:avLst/>
                  <a:gdLst>
                    <a:gd name="T0" fmla="*/ 7 w 1511"/>
                    <a:gd name="T1" fmla="*/ 2636 h 2636"/>
                    <a:gd name="T2" fmla="*/ 0 w 1511"/>
                    <a:gd name="T3" fmla="*/ 2557 h 2636"/>
                    <a:gd name="T4" fmla="*/ 504 w 1511"/>
                    <a:gd name="T5" fmla="*/ 2438 h 2636"/>
                    <a:gd name="T6" fmla="*/ 910 w 1511"/>
                    <a:gd name="T7" fmla="*/ 2118 h 2636"/>
                    <a:gd name="T8" fmla="*/ 887 w 1511"/>
                    <a:gd name="T9" fmla="*/ 1509 h 2636"/>
                    <a:gd name="T10" fmla="*/ 971 w 1511"/>
                    <a:gd name="T11" fmla="*/ 2042 h 2636"/>
                    <a:gd name="T12" fmla="*/ 1044 w 1511"/>
                    <a:gd name="T13" fmla="*/ 1928 h 2636"/>
                    <a:gd name="T14" fmla="*/ 1129 w 1511"/>
                    <a:gd name="T15" fmla="*/ 1763 h 2636"/>
                    <a:gd name="T16" fmla="*/ 1123 w 1511"/>
                    <a:gd name="T17" fmla="*/ 1732 h 2636"/>
                    <a:gd name="T18" fmla="*/ 971 w 1511"/>
                    <a:gd name="T19" fmla="*/ 1444 h 2636"/>
                    <a:gd name="T20" fmla="*/ 985 w 1511"/>
                    <a:gd name="T21" fmla="*/ 1248 h 2636"/>
                    <a:gd name="T22" fmla="*/ 990 w 1511"/>
                    <a:gd name="T23" fmla="*/ 1234 h 2636"/>
                    <a:gd name="T24" fmla="*/ 1180 w 1511"/>
                    <a:gd name="T25" fmla="*/ 1621 h 2636"/>
                    <a:gd name="T26" fmla="*/ 1245 w 1511"/>
                    <a:gd name="T27" fmla="*/ 1322 h 2636"/>
                    <a:gd name="T28" fmla="*/ 984 w 1511"/>
                    <a:gd name="T29" fmla="*/ 907 h 2636"/>
                    <a:gd name="T30" fmla="*/ 1249 w 1511"/>
                    <a:gd name="T31" fmla="*/ 1307 h 2636"/>
                    <a:gd name="T32" fmla="*/ 1255 w 1511"/>
                    <a:gd name="T33" fmla="*/ 1124 h 2636"/>
                    <a:gd name="T34" fmla="*/ 1239 w 1511"/>
                    <a:gd name="T35" fmla="*/ 926 h 2636"/>
                    <a:gd name="T36" fmla="*/ 1226 w 1511"/>
                    <a:gd name="T37" fmla="*/ 911 h 2636"/>
                    <a:gd name="T38" fmla="*/ 980 w 1511"/>
                    <a:gd name="T39" fmla="*/ 741 h 2636"/>
                    <a:gd name="T40" fmla="*/ 931 w 1511"/>
                    <a:gd name="T41" fmla="*/ 624 h 2636"/>
                    <a:gd name="T42" fmla="*/ 1216 w 1511"/>
                    <a:gd name="T43" fmla="*/ 795 h 2636"/>
                    <a:gd name="T44" fmla="*/ 1128 w 1511"/>
                    <a:gd name="T45" fmla="*/ 519 h 2636"/>
                    <a:gd name="T46" fmla="*/ 1077 w 1511"/>
                    <a:gd name="T47" fmla="*/ 415 h 2636"/>
                    <a:gd name="T48" fmla="*/ 1056 w 1511"/>
                    <a:gd name="T49" fmla="*/ 399 h 2636"/>
                    <a:gd name="T50" fmla="*/ 1049 w 1511"/>
                    <a:gd name="T51" fmla="*/ 389 h 2636"/>
                    <a:gd name="T52" fmla="*/ 1021 w 1511"/>
                    <a:gd name="T53" fmla="*/ 327 h 2636"/>
                    <a:gd name="T54" fmla="*/ 943 w 1511"/>
                    <a:gd name="T55" fmla="*/ 204 h 2636"/>
                    <a:gd name="T56" fmla="*/ 922 w 1511"/>
                    <a:gd name="T57" fmla="*/ 200 h 2636"/>
                    <a:gd name="T58" fmla="*/ 618 w 1511"/>
                    <a:gd name="T59" fmla="*/ 68 h 2636"/>
                    <a:gd name="T60" fmla="*/ 617 w 1511"/>
                    <a:gd name="T61" fmla="*/ 63 h 2636"/>
                    <a:gd name="T62" fmla="*/ 783 w 1511"/>
                    <a:gd name="T63" fmla="*/ 56 h 2636"/>
                    <a:gd name="T64" fmla="*/ 945 w 1511"/>
                    <a:gd name="T65" fmla="*/ 176 h 2636"/>
                    <a:gd name="T66" fmla="*/ 991 w 1511"/>
                    <a:gd name="T67" fmla="*/ 254 h 2636"/>
                    <a:gd name="T68" fmla="*/ 1003 w 1511"/>
                    <a:gd name="T69" fmla="*/ 269 h 2636"/>
                    <a:gd name="T70" fmla="*/ 1076 w 1511"/>
                    <a:gd name="T71" fmla="*/ 0 h 2636"/>
                    <a:gd name="T72" fmla="*/ 1121 w 1511"/>
                    <a:gd name="T73" fmla="*/ 109 h 2636"/>
                    <a:gd name="T74" fmla="*/ 1081 w 1511"/>
                    <a:gd name="T75" fmla="*/ 361 h 2636"/>
                    <a:gd name="T76" fmla="*/ 1081 w 1511"/>
                    <a:gd name="T77" fmla="*/ 393 h 2636"/>
                    <a:gd name="T78" fmla="*/ 1173 w 1511"/>
                    <a:gd name="T79" fmla="*/ 579 h 2636"/>
                    <a:gd name="T80" fmla="*/ 1181 w 1511"/>
                    <a:gd name="T81" fmla="*/ 593 h 2636"/>
                    <a:gd name="T82" fmla="*/ 1271 w 1511"/>
                    <a:gd name="T83" fmla="*/ 266 h 2636"/>
                    <a:gd name="T84" fmla="*/ 1249 w 1511"/>
                    <a:gd name="T85" fmla="*/ 754 h 2636"/>
                    <a:gd name="T86" fmla="*/ 1226 w 1511"/>
                    <a:gd name="T87" fmla="*/ 718 h 2636"/>
                    <a:gd name="T88" fmla="*/ 1276 w 1511"/>
                    <a:gd name="T89" fmla="*/ 942 h 2636"/>
                    <a:gd name="T90" fmla="*/ 1358 w 1511"/>
                    <a:gd name="T91" fmla="*/ 786 h 2636"/>
                    <a:gd name="T92" fmla="*/ 1502 w 1511"/>
                    <a:gd name="T93" fmla="*/ 686 h 2636"/>
                    <a:gd name="T94" fmla="*/ 1426 w 1511"/>
                    <a:gd name="T95" fmla="*/ 966 h 2636"/>
                    <a:gd name="T96" fmla="*/ 1300 w 1511"/>
                    <a:gd name="T97" fmla="*/ 1081 h 2636"/>
                    <a:gd name="T98" fmla="*/ 1289 w 1511"/>
                    <a:gd name="T99" fmla="*/ 1101 h 2636"/>
                    <a:gd name="T100" fmla="*/ 1061 w 1511"/>
                    <a:gd name="T101" fmla="*/ 2016 h 2636"/>
                    <a:gd name="T102" fmla="*/ 1060 w 1511"/>
                    <a:gd name="T103" fmla="*/ 2024 h 2636"/>
                    <a:gd name="T104" fmla="*/ 1474 w 1511"/>
                    <a:gd name="T105" fmla="*/ 1909 h 2636"/>
                    <a:gd name="T106" fmla="*/ 1250 w 1511"/>
                    <a:gd name="T107" fmla="*/ 2143 h 2636"/>
                    <a:gd name="T108" fmla="*/ 968 w 1511"/>
                    <a:gd name="T109" fmla="*/ 2179 h 2636"/>
                    <a:gd name="T110" fmla="*/ 1000 w 1511"/>
                    <a:gd name="T111" fmla="*/ 2110 h 2636"/>
                    <a:gd name="T112" fmla="*/ 7 w 1511"/>
                    <a:gd name="T113" fmla="*/ 2636 h 26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511" h="2636">
                      <a:moveTo>
                        <a:pt x="7" y="2636"/>
                      </a:moveTo>
                      <a:cubicBezTo>
                        <a:pt x="5" y="2608"/>
                        <a:pt x="3" y="2584"/>
                        <a:pt x="0" y="2557"/>
                      </a:cubicBezTo>
                      <a:cubicBezTo>
                        <a:pt x="178" y="2555"/>
                        <a:pt x="346" y="2516"/>
                        <a:pt x="504" y="2438"/>
                      </a:cubicBezTo>
                      <a:cubicBezTo>
                        <a:pt x="662" y="2360"/>
                        <a:pt x="796" y="2251"/>
                        <a:pt x="910" y="2118"/>
                      </a:cubicBezTo>
                      <a:cubicBezTo>
                        <a:pt x="739" y="1894"/>
                        <a:pt x="803" y="1637"/>
                        <a:pt x="887" y="1509"/>
                      </a:cubicBezTo>
                      <a:cubicBezTo>
                        <a:pt x="1013" y="1672"/>
                        <a:pt x="1021" y="1851"/>
                        <a:pt x="971" y="2042"/>
                      </a:cubicBezTo>
                      <a:cubicBezTo>
                        <a:pt x="996" y="2004"/>
                        <a:pt x="1022" y="1968"/>
                        <a:pt x="1044" y="1928"/>
                      </a:cubicBezTo>
                      <a:cubicBezTo>
                        <a:pt x="1074" y="1874"/>
                        <a:pt x="1101" y="1818"/>
                        <a:pt x="1129" y="1763"/>
                      </a:cubicBezTo>
                      <a:cubicBezTo>
                        <a:pt x="1136" y="1751"/>
                        <a:pt x="1135" y="1742"/>
                        <a:pt x="1123" y="1732"/>
                      </a:cubicBezTo>
                      <a:cubicBezTo>
                        <a:pt x="1033" y="1657"/>
                        <a:pt x="984" y="1560"/>
                        <a:pt x="971" y="1444"/>
                      </a:cubicBezTo>
                      <a:cubicBezTo>
                        <a:pt x="964" y="1377"/>
                        <a:pt x="970" y="1313"/>
                        <a:pt x="985" y="1248"/>
                      </a:cubicBezTo>
                      <a:cubicBezTo>
                        <a:pt x="986" y="1243"/>
                        <a:pt x="988" y="1239"/>
                        <a:pt x="990" y="1234"/>
                      </a:cubicBezTo>
                      <a:cubicBezTo>
                        <a:pt x="1079" y="1288"/>
                        <a:pt x="1173" y="1416"/>
                        <a:pt x="1180" y="1621"/>
                      </a:cubicBezTo>
                      <a:cubicBezTo>
                        <a:pt x="1213" y="1524"/>
                        <a:pt x="1234" y="1424"/>
                        <a:pt x="1245" y="1322"/>
                      </a:cubicBezTo>
                      <a:cubicBezTo>
                        <a:pt x="1052" y="1250"/>
                        <a:pt x="987" y="1099"/>
                        <a:pt x="984" y="907"/>
                      </a:cubicBezTo>
                      <a:cubicBezTo>
                        <a:pt x="1099" y="937"/>
                        <a:pt x="1226" y="1063"/>
                        <a:pt x="1249" y="1307"/>
                      </a:cubicBezTo>
                      <a:cubicBezTo>
                        <a:pt x="1251" y="1246"/>
                        <a:pt x="1256" y="1185"/>
                        <a:pt x="1255" y="1124"/>
                      </a:cubicBezTo>
                      <a:cubicBezTo>
                        <a:pt x="1253" y="1058"/>
                        <a:pt x="1245" y="992"/>
                        <a:pt x="1239" y="926"/>
                      </a:cubicBezTo>
                      <a:cubicBezTo>
                        <a:pt x="1239" y="920"/>
                        <a:pt x="1231" y="911"/>
                        <a:pt x="1226" y="911"/>
                      </a:cubicBezTo>
                      <a:cubicBezTo>
                        <a:pt x="1112" y="900"/>
                        <a:pt x="1033" y="839"/>
                        <a:pt x="980" y="741"/>
                      </a:cubicBezTo>
                      <a:cubicBezTo>
                        <a:pt x="961" y="705"/>
                        <a:pt x="949" y="666"/>
                        <a:pt x="931" y="624"/>
                      </a:cubicBezTo>
                      <a:cubicBezTo>
                        <a:pt x="1065" y="626"/>
                        <a:pt x="1149" y="694"/>
                        <a:pt x="1216" y="795"/>
                      </a:cubicBezTo>
                      <a:cubicBezTo>
                        <a:pt x="1196" y="699"/>
                        <a:pt x="1166" y="608"/>
                        <a:pt x="1128" y="519"/>
                      </a:cubicBezTo>
                      <a:cubicBezTo>
                        <a:pt x="1112" y="484"/>
                        <a:pt x="1095" y="449"/>
                        <a:pt x="1077" y="415"/>
                      </a:cubicBezTo>
                      <a:cubicBezTo>
                        <a:pt x="1074" y="408"/>
                        <a:pt x="1075" y="389"/>
                        <a:pt x="1056" y="399"/>
                      </a:cubicBezTo>
                      <a:cubicBezTo>
                        <a:pt x="1056" y="399"/>
                        <a:pt x="1051" y="393"/>
                        <a:pt x="1049" y="389"/>
                      </a:cubicBezTo>
                      <a:cubicBezTo>
                        <a:pt x="1039" y="368"/>
                        <a:pt x="1028" y="349"/>
                        <a:pt x="1021" y="327"/>
                      </a:cubicBezTo>
                      <a:cubicBezTo>
                        <a:pt x="1005" y="280"/>
                        <a:pt x="971" y="244"/>
                        <a:pt x="943" y="204"/>
                      </a:cubicBezTo>
                      <a:cubicBezTo>
                        <a:pt x="939" y="200"/>
                        <a:pt x="928" y="198"/>
                        <a:pt x="922" y="200"/>
                      </a:cubicBezTo>
                      <a:cubicBezTo>
                        <a:pt x="787" y="244"/>
                        <a:pt x="676" y="163"/>
                        <a:pt x="618" y="68"/>
                      </a:cubicBezTo>
                      <a:cubicBezTo>
                        <a:pt x="617" y="67"/>
                        <a:pt x="618" y="66"/>
                        <a:pt x="617" y="63"/>
                      </a:cubicBezTo>
                      <a:cubicBezTo>
                        <a:pt x="672" y="39"/>
                        <a:pt x="727" y="38"/>
                        <a:pt x="783" y="56"/>
                      </a:cubicBezTo>
                      <a:cubicBezTo>
                        <a:pt x="851" y="77"/>
                        <a:pt x="901" y="123"/>
                        <a:pt x="945" y="176"/>
                      </a:cubicBezTo>
                      <a:cubicBezTo>
                        <a:pt x="947" y="210"/>
                        <a:pt x="976" y="228"/>
                        <a:pt x="991" y="254"/>
                      </a:cubicBezTo>
                      <a:cubicBezTo>
                        <a:pt x="993" y="257"/>
                        <a:pt x="996" y="260"/>
                        <a:pt x="1003" y="269"/>
                      </a:cubicBezTo>
                      <a:cubicBezTo>
                        <a:pt x="991" y="166"/>
                        <a:pt x="1017" y="80"/>
                        <a:pt x="1076" y="0"/>
                      </a:cubicBezTo>
                      <a:cubicBezTo>
                        <a:pt x="1099" y="35"/>
                        <a:pt x="1113" y="71"/>
                        <a:pt x="1121" y="109"/>
                      </a:cubicBezTo>
                      <a:cubicBezTo>
                        <a:pt x="1138" y="198"/>
                        <a:pt x="1121" y="282"/>
                        <a:pt x="1081" y="361"/>
                      </a:cubicBezTo>
                      <a:cubicBezTo>
                        <a:pt x="1075" y="373"/>
                        <a:pt x="1075" y="381"/>
                        <a:pt x="1081" y="393"/>
                      </a:cubicBezTo>
                      <a:cubicBezTo>
                        <a:pt x="1113" y="455"/>
                        <a:pt x="1143" y="517"/>
                        <a:pt x="1173" y="579"/>
                      </a:cubicBezTo>
                      <a:cubicBezTo>
                        <a:pt x="1175" y="583"/>
                        <a:pt x="1177" y="588"/>
                        <a:pt x="1181" y="593"/>
                      </a:cubicBezTo>
                      <a:cubicBezTo>
                        <a:pt x="1167" y="471"/>
                        <a:pt x="1199" y="364"/>
                        <a:pt x="1271" y="266"/>
                      </a:cubicBezTo>
                      <a:cubicBezTo>
                        <a:pt x="1362" y="395"/>
                        <a:pt x="1354" y="598"/>
                        <a:pt x="1249" y="754"/>
                      </a:cubicBezTo>
                      <a:cubicBezTo>
                        <a:pt x="1242" y="743"/>
                        <a:pt x="1236" y="733"/>
                        <a:pt x="1226" y="718"/>
                      </a:cubicBezTo>
                      <a:cubicBezTo>
                        <a:pt x="1243" y="795"/>
                        <a:pt x="1259" y="866"/>
                        <a:pt x="1276" y="942"/>
                      </a:cubicBezTo>
                      <a:cubicBezTo>
                        <a:pt x="1292" y="881"/>
                        <a:pt x="1318" y="830"/>
                        <a:pt x="1358" y="786"/>
                      </a:cubicBezTo>
                      <a:cubicBezTo>
                        <a:pt x="1397" y="742"/>
                        <a:pt x="1445" y="709"/>
                        <a:pt x="1502" y="686"/>
                      </a:cubicBezTo>
                      <a:cubicBezTo>
                        <a:pt x="1511" y="791"/>
                        <a:pt x="1487" y="883"/>
                        <a:pt x="1426" y="966"/>
                      </a:cubicBezTo>
                      <a:cubicBezTo>
                        <a:pt x="1391" y="1012"/>
                        <a:pt x="1349" y="1050"/>
                        <a:pt x="1300" y="1081"/>
                      </a:cubicBezTo>
                      <a:cubicBezTo>
                        <a:pt x="1295" y="1085"/>
                        <a:pt x="1289" y="1094"/>
                        <a:pt x="1289" y="1101"/>
                      </a:cubicBezTo>
                      <a:cubicBezTo>
                        <a:pt x="1305" y="1429"/>
                        <a:pt x="1233" y="1735"/>
                        <a:pt x="1061" y="2016"/>
                      </a:cubicBezTo>
                      <a:cubicBezTo>
                        <a:pt x="1060" y="2018"/>
                        <a:pt x="1060" y="2020"/>
                        <a:pt x="1060" y="2024"/>
                      </a:cubicBezTo>
                      <a:cubicBezTo>
                        <a:pt x="1175" y="1906"/>
                        <a:pt x="1314" y="1875"/>
                        <a:pt x="1474" y="1909"/>
                      </a:cubicBezTo>
                      <a:cubicBezTo>
                        <a:pt x="1426" y="2016"/>
                        <a:pt x="1355" y="2096"/>
                        <a:pt x="1250" y="2143"/>
                      </a:cubicBezTo>
                      <a:cubicBezTo>
                        <a:pt x="1160" y="2183"/>
                        <a:pt x="1067" y="2192"/>
                        <a:pt x="968" y="2179"/>
                      </a:cubicBezTo>
                      <a:cubicBezTo>
                        <a:pt x="978" y="2156"/>
                        <a:pt x="988" y="2136"/>
                        <a:pt x="1000" y="2110"/>
                      </a:cubicBezTo>
                      <a:cubicBezTo>
                        <a:pt x="746" y="2438"/>
                        <a:pt x="424" y="2625"/>
                        <a:pt x="7" y="263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      <a:noAutofit/>
                </a:bodyPr>
                <a:lstStyle/>
                <a:p>
                  <a:pPr algn="ctr"/>
                  <a:endParaRPr lang="zh-CN" altLang="en-US" sz="27060">
                    <a:gradFill flip="none" rotWithShape="1">
                      <a:gsLst>
                        <a:gs pos="37000">
                          <a:schemeClr val="accent1"/>
                        </a:gs>
                        <a:gs pos="57000">
                          <a:schemeClr val="accent2"/>
                        </a:gs>
                      </a:gsLst>
                      <a:lin ang="0" scaled="1"/>
                      <a:tileRect/>
                    </a:gradFill>
                    <a:latin typeface="方正字迹-龙吟体 简" panose="02000500000000000000" pitchFamily="2" charset="-122"/>
                    <a:ea typeface="方正字迹-龙吟体 简" panose="02000500000000000000" pitchFamily="2" charset="-122"/>
                  </a:endParaRPr>
                </a:p>
              </p:txBody>
            </p:sp>
            <p:sp>
              <p:nvSpPr>
                <p:cNvPr id="1351" name="Freeform 1244"/>
                <p:cNvSpPr/>
                <p:nvPr/>
              </p:nvSpPr>
              <p:spPr bwMode="auto">
                <a:xfrm>
                  <a:off x="7088999" y="359146"/>
                  <a:ext cx="106525" cy="245323"/>
                </a:xfrm>
                <a:custGeom>
                  <a:avLst/>
                  <a:gdLst>
                    <a:gd name="T0" fmla="*/ 158 w 270"/>
                    <a:gd name="T1" fmla="*/ 622 h 622"/>
                    <a:gd name="T2" fmla="*/ 117 w 270"/>
                    <a:gd name="T3" fmla="*/ 0 h 622"/>
                    <a:gd name="T4" fmla="*/ 158 w 270"/>
                    <a:gd name="T5" fmla="*/ 622 h 6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70" h="622">
                      <a:moveTo>
                        <a:pt x="158" y="622"/>
                      </a:moveTo>
                      <a:cubicBezTo>
                        <a:pt x="1" y="440"/>
                        <a:pt x="0" y="192"/>
                        <a:pt x="117" y="0"/>
                      </a:cubicBezTo>
                      <a:cubicBezTo>
                        <a:pt x="245" y="101"/>
                        <a:pt x="270" y="475"/>
                        <a:pt x="158" y="62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      <a:noAutofit/>
                </a:bodyPr>
                <a:lstStyle/>
                <a:p>
                  <a:pPr algn="ctr"/>
                  <a:endParaRPr lang="zh-CN" altLang="en-US" sz="27060">
                    <a:gradFill flip="none" rotWithShape="1">
                      <a:gsLst>
                        <a:gs pos="37000">
                          <a:schemeClr val="accent1"/>
                        </a:gs>
                        <a:gs pos="57000">
                          <a:schemeClr val="accent2"/>
                        </a:gs>
                      </a:gsLst>
                      <a:lin ang="0" scaled="1"/>
                      <a:tileRect/>
                    </a:gradFill>
                    <a:latin typeface="方正字迹-龙吟体 简" panose="02000500000000000000" pitchFamily="2" charset="-122"/>
                    <a:ea typeface="方正字迹-龙吟体 简" panose="02000500000000000000" pitchFamily="2" charset="-122"/>
                  </a:endParaRPr>
                </a:p>
              </p:txBody>
            </p:sp>
            <p:sp>
              <p:nvSpPr>
                <p:cNvPr id="1352" name="Freeform 1246"/>
                <p:cNvSpPr/>
                <p:nvPr/>
              </p:nvSpPr>
              <p:spPr bwMode="auto">
                <a:xfrm>
                  <a:off x="7200241" y="315436"/>
                  <a:ext cx="107869" cy="245323"/>
                </a:xfrm>
                <a:custGeom>
                  <a:avLst/>
                  <a:gdLst>
                    <a:gd name="T0" fmla="*/ 163 w 274"/>
                    <a:gd name="T1" fmla="*/ 622 h 622"/>
                    <a:gd name="T2" fmla="*/ 122 w 274"/>
                    <a:gd name="T3" fmla="*/ 0 h 622"/>
                    <a:gd name="T4" fmla="*/ 163 w 274"/>
                    <a:gd name="T5" fmla="*/ 622 h 6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74" h="622">
                      <a:moveTo>
                        <a:pt x="163" y="622"/>
                      </a:moveTo>
                      <a:cubicBezTo>
                        <a:pt x="12" y="454"/>
                        <a:pt x="0" y="198"/>
                        <a:pt x="122" y="0"/>
                      </a:cubicBezTo>
                      <a:cubicBezTo>
                        <a:pt x="250" y="104"/>
                        <a:pt x="274" y="471"/>
                        <a:pt x="163" y="62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      <a:noAutofit/>
                </a:bodyPr>
                <a:lstStyle/>
                <a:p>
                  <a:pPr algn="ctr"/>
                  <a:endParaRPr lang="zh-CN" altLang="en-US" sz="27060">
                    <a:gradFill flip="none" rotWithShape="1">
                      <a:gsLst>
                        <a:gs pos="37000">
                          <a:schemeClr val="accent1"/>
                        </a:gs>
                        <a:gs pos="57000">
                          <a:schemeClr val="accent2"/>
                        </a:gs>
                      </a:gsLst>
                      <a:lin ang="0" scaled="1"/>
                      <a:tileRect/>
                    </a:gradFill>
                    <a:latin typeface="方正字迹-龙吟体 简" panose="02000500000000000000" pitchFamily="2" charset="-122"/>
                    <a:ea typeface="方正字迹-龙吟体 简" panose="02000500000000000000" pitchFamily="2" charset="-122"/>
                  </a:endParaRPr>
                </a:p>
              </p:txBody>
            </p:sp>
            <p:sp>
              <p:nvSpPr>
                <p:cNvPr id="1353" name="Freeform 1248"/>
                <p:cNvSpPr/>
                <p:nvPr/>
              </p:nvSpPr>
              <p:spPr bwMode="auto">
                <a:xfrm>
                  <a:off x="7162694" y="612286"/>
                  <a:ext cx="215746" cy="130057"/>
                </a:xfrm>
                <a:custGeom>
                  <a:avLst/>
                  <a:gdLst>
                    <a:gd name="T0" fmla="*/ 0 w 547"/>
                    <a:gd name="T1" fmla="*/ 167 h 330"/>
                    <a:gd name="T2" fmla="*/ 547 w 547"/>
                    <a:gd name="T3" fmla="*/ 198 h 330"/>
                    <a:gd name="T4" fmla="*/ 0 w 547"/>
                    <a:gd name="T5" fmla="*/ 167 h 3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47" h="330">
                      <a:moveTo>
                        <a:pt x="0" y="167"/>
                      </a:moveTo>
                      <a:cubicBezTo>
                        <a:pt x="179" y="0"/>
                        <a:pt x="402" y="54"/>
                        <a:pt x="547" y="198"/>
                      </a:cubicBezTo>
                      <a:cubicBezTo>
                        <a:pt x="446" y="330"/>
                        <a:pt x="128" y="311"/>
                        <a:pt x="0" y="16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      <a:noAutofit/>
                </a:bodyPr>
                <a:lstStyle/>
                <a:p>
                  <a:pPr algn="ctr"/>
                  <a:endParaRPr lang="zh-CN" altLang="en-US" sz="27060">
                    <a:gradFill flip="none" rotWithShape="1">
                      <a:gsLst>
                        <a:gs pos="37000">
                          <a:schemeClr val="accent1"/>
                        </a:gs>
                        <a:gs pos="57000">
                          <a:schemeClr val="accent2"/>
                        </a:gs>
                      </a:gsLst>
                      <a:lin ang="0" scaled="1"/>
                      <a:tileRect/>
                    </a:gradFill>
                    <a:latin typeface="方正字迹-龙吟体 简" panose="02000500000000000000" pitchFamily="2" charset="-122"/>
                    <a:ea typeface="方正字迹-龙吟体 简" panose="02000500000000000000" pitchFamily="2" charset="-122"/>
                  </a:endParaRPr>
                </a:p>
              </p:txBody>
            </p:sp>
            <p:sp>
              <p:nvSpPr>
                <p:cNvPr id="1354" name="Freeform 1251"/>
                <p:cNvSpPr/>
                <p:nvPr/>
              </p:nvSpPr>
              <p:spPr bwMode="auto">
                <a:xfrm>
                  <a:off x="7318161" y="539229"/>
                  <a:ext cx="216749" cy="109553"/>
                </a:xfrm>
                <a:custGeom>
                  <a:avLst/>
                  <a:gdLst>
                    <a:gd name="T0" fmla="*/ 0 w 549"/>
                    <a:gd name="T1" fmla="*/ 154 h 278"/>
                    <a:gd name="T2" fmla="*/ 549 w 549"/>
                    <a:gd name="T3" fmla="*/ 186 h 278"/>
                    <a:gd name="T4" fmla="*/ 309 w 549"/>
                    <a:gd name="T5" fmla="*/ 276 h 278"/>
                    <a:gd name="T6" fmla="*/ 6 w 549"/>
                    <a:gd name="T7" fmla="*/ 160 h 278"/>
                    <a:gd name="T8" fmla="*/ 0 w 549"/>
                    <a:gd name="T9" fmla="*/ 154 h 2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49" h="278">
                      <a:moveTo>
                        <a:pt x="0" y="154"/>
                      </a:moveTo>
                      <a:cubicBezTo>
                        <a:pt x="155" y="0"/>
                        <a:pt x="383" y="21"/>
                        <a:pt x="549" y="186"/>
                      </a:cubicBezTo>
                      <a:cubicBezTo>
                        <a:pt x="480" y="245"/>
                        <a:pt x="401" y="278"/>
                        <a:pt x="309" y="276"/>
                      </a:cubicBezTo>
                      <a:cubicBezTo>
                        <a:pt x="194" y="273"/>
                        <a:pt x="96" y="228"/>
                        <a:pt x="6" y="160"/>
                      </a:cubicBezTo>
                      <a:cubicBezTo>
                        <a:pt x="4" y="158"/>
                        <a:pt x="2" y="156"/>
                        <a:pt x="0" y="154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      <a:noAutofit/>
                </a:bodyPr>
                <a:lstStyle/>
                <a:p>
                  <a:pPr algn="ctr"/>
                  <a:endParaRPr lang="zh-CN" altLang="en-US" sz="27060">
                    <a:gradFill flip="none" rotWithShape="1">
                      <a:gsLst>
                        <a:gs pos="37000">
                          <a:schemeClr val="accent1"/>
                        </a:gs>
                        <a:gs pos="57000">
                          <a:schemeClr val="accent2"/>
                        </a:gs>
                      </a:gsLst>
                      <a:lin ang="0" scaled="1"/>
                      <a:tileRect/>
                    </a:gradFill>
                    <a:latin typeface="方正字迹-龙吟体 简" panose="02000500000000000000" pitchFamily="2" charset="-122"/>
                    <a:ea typeface="方正字迹-龙吟体 简" panose="02000500000000000000" pitchFamily="2" charset="-122"/>
                  </a:endParaRPr>
                </a:p>
              </p:txBody>
            </p:sp>
            <p:sp>
              <p:nvSpPr>
                <p:cNvPr id="1355" name="Freeform 1253"/>
                <p:cNvSpPr/>
                <p:nvPr/>
              </p:nvSpPr>
              <p:spPr bwMode="auto">
                <a:xfrm>
                  <a:off x="7488123" y="239075"/>
                  <a:ext cx="171054" cy="130048"/>
                </a:xfrm>
                <a:custGeom>
                  <a:avLst/>
                  <a:gdLst>
                    <a:gd name="T0" fmla="*/ 0 w 434"/>
                    <a:gd name="T1" fmla="*/ 298 h 330"/>
                    <a:gd name="T2" fmla="*/ 434 w 434"/>
                    <a:gd name="T3" fmla="*/ 65 h 330"/>
                    <a:gd name="T4" fmla="*/ 0 w 434"/>
                    <a:gd name="T5" fmla="*/ 298 h 3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4" h="330">
                      <a:moveTo>
                        <a:pt x="0" y="298"/>
                      </a:moveTo>
                      <a:cubicBezTo>
                        <a:pt x="55" y="120"/>
                        <a:pt x="280" y="0"/>
                        <a:pt x="434" y="65"/>
                      </a:cubicBezTo>
                      <a:cubicBezTo>
                        <a:pt x="378" y="227"/>
                        <a:pt x="193" y="330"/>
                        <a:pt x="0" y="298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      <a:noAutofit/>
                </a:bodyPr>
                <a:lstStyle/>
                <a:p>
                  <a:pPr algn="ctr"/>
                  <a:endParaRPr lang="zh-CN" altLang="en-US" sz="27060">
                    <a:gradFill flip="none" rotWithShape="1">
                      <a:gsLst>
                        <a:gs pos="37000">
                          <a:schemeClr val="accent1"/>
                        </a:gs>
                        <a:gs pos="57000">
                          <a:schemeClr val="accent2"/>
                        </a:gs>
                      </a:gsLst>
                      <a:lin ang="0" scaled="1"/>
                      <a:tileRect/>
                    </a:gradFill>
                    <a:latin typeface="方正字迹-龙吟体 简" panose="02000500000000000000" pitchFamily="2" charset="-122"/>
                    <a:ea typeface="方正字迹-龙吟体 简" panose="02000500000000000000" pitchFamily="2" charset="-122"/>
                  </a:endParaRPr>
                </a:p>
              </p:txBody>
            </p:sp>
            <p:sp>
              <p:nvSpPr>
                <p:cNvPr id="1356" name="Freeform 1255"/>
                <p:cNvSpPr/>
                <p:nvPr/>
              </p:nvSpPr>
              <p:spPr bwMode="auto">
                <a:xfrm>
                  <a:off x="7517285" y="67706"/>
                  <a:ext cx="124337" cy="165336"/>
                </a:xfrm>
                <a:custGeom>
                  <a:avLst/>
                  <a:gdLst>
                    <a:gd name="T0" fmla="*/ 314 w 315"/>
                    <a:gd name="T1" fmla="*/ 0 h 419"/>
                    <a:gd name="T2" fmla="*/ 10 w 315"/>
                    <a:gd name="T3" fmla="*/ 419 h 419"/>
                    <a:gd name="T4" fmla="*/ 314 w 315"/>
                    <a:gd name="T5" fmla="*/ 0 h 4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15" h="419">
                      <a:moveTo>
                        <a:pt x="314" y="0"/>
                      </a:moveTo>
                      <a:cubicBezTo>
                        <a:pt x="315" y="217"/>
                        <a:pt x="159" y="373"/>
                        <a:pt x="10" y="419"/>
                      </a:cubicBezTo>
                      <a:cubicBezTo>
                        <a:pt x="0" y="202"/>
                        <a:pt x="143" y="33"/>
                        <a:pt x="314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      <a:noAutofit/>
                </a:bodyPr>
                <a:lstStyle/>
                <a:p>
                  <a:pPr algn="ctr"/>
                  <a:endParaRPr lang="zh-CN" altLang="en-US" sz="27060">
                    <a:gradFill flip="none" rotWithShape="1">
                      <a:gsLst>
                        <a:gs pos="37000">
                          <a:schemeClr val="accent1"/>
                        </a:gs>
                        <a:gs pos="57000">
                          <a:schemeClr val="accent2"/>
                        </a:gs>
                      </a:gsLst>
                      <a:lin ang="0" scaled="1"/>
                      <a:tileRect/>
                    </a:gradFill>
                    <a:latin typeface="方正字迹-龙吟体 简" panose="02000500000000000000" pitchFamily="2" charset="-122"/>
                    <a:ea typeface="方正字迹-龙吟体 简" panose="02000500000000000000" pitchFamily="2" charset="-122"/>
                  </a:endParaRPr>
                </a:p>
              </p:txBody>
            </p:sp>
            <p:sp>
              <p:nvSpPr>
                <p:cNvPr id="1357" name="Freeform 1257"/>
                <p:cNvSpPr/>
                <p:nvPr/>
              </p:nvSpPr>
              <p:spPr bwMode="auto">
                <a:xfrm>
                  <a:off x="7302872" y="-230025"/>
                  <a:ext cx="136773" cy="113251"/>
                </a:xfrm>
                <a:custGeom>
                  <a:avLst/>
                  <a:gdLst>
                    <a:gd name="T0" fmla="*/ 0 w 347"/>
                    <a:gd name="T1" fmla="*/ 29 h 287"/>
                    <a:gd name="T2" fmla="*/ 347 w 347"/>
                    <a:gd name="T3" fmla="*/ 251 h 287"/>
                    <a:gd name="T4" fmla="*/ 0 w 347"/>
                    <a:gd name="T5" fmla="*/ 29 h 2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47" h="287">
                      <a:moveTo>
                        <a:pt x="0" y="29"/>
                      </a:moveTo>
                      <a:cubicBezTo>
                        <a:pt x="142" y="0"/>
                        <a:pt x="282" y="102"/>
                        <a:pt x="347" y="251"/>
                      </a:cubicBezTo>
                      <a:cubicBezTo>
                        <a:pt x="196" y="287"/>
                        <a:pt x="55" y="188"/>
                        <a:pt x="0" y="2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      <a:noAutofit/>
                </a:bodyPr>
                <a:lstStyle/>
                <a:p>
                  <a:pPr algn="ctr"/>
                  <a:endParaRPr lang="zh-CN" altLang="en-US" sz="27060">
                    <a:gradFill flip="none" rotWithShape="1">
                      <a:gsLst>
                        <a:gs pos="37000">
                          <a:schemeClr val="accent1"/>
                        </a:gs>
                        <a:gs pos="57000">
                          <a:schemeClr val="accent2"/>
                        </a:gs>
                      </a:gsLst>
                      <a:lin ang="0" scaled="1"/>
                      <a:tileRect/>
                    </a:gradFill>
                    <a:latin typeface="方正字迹-龙吟体 简" panose="02000500000000000000" pitchFamily="2" charset="-122"/>
                    <a:ea typeface="方正字迹-龙吟体 简" panose="02000500000000000000" pitchFamily="2" charset="-122"/>
                  </a:endParaRPr>
                </a:p>
              </p:txBody>
            </p:sp>
            <p:sp>
              <p:nvSpPr>
                <p:cNvPr id="1358" name="Freeform 1259"/>
                <p:cNvSpPr/>
                <p:nvPr/>
              </p:nvSpPr>
              <p:spPr bwMode="auto">
                <a:xfrm>
                  <a:off x="7178277" y="-457397"/>
                  <a:ext cx="131731" cy="94090"/>
                </a:xfrm>
                <a:custGeom>
                  <a:avLst/>
                  <a:gdLst>
                    <a:gd name="T0" fmla="*/ 0 w 334"/>
                    <a:gd name="T1" fmla="*/ 57 h 238"/>
                    <a:gd name="T2" fmla="*/ 334 w 334"/>
                    <a:gd name="T3" fmla="*/ 179 h 238"/>
                    <a:gd name="T4" fmla="*/ 0 w 334"/>
                    <a:gd name="T5" fmla="*/ 57 h 2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34" h="238">
                      <a:moveTo>
                        <a:pt x="0" y="57"/>
                      </a:moveTo>
                      <a:cubicBezTo>
                        <a:pt x="110" y="0"/>
                        <a:pt x="255" y="62"/>
                        <a:pt x="334" y="179"/>
                      </a:cubicBezTo>
                      <a:cubicBezTo>
                        <a:pt x="218" y="238"/>
                        <a:pt x="74" y="190"/>
                        <a:pt x="0" y="5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      <a:noAutofit/>
                </a:bodyPr>
                <a:lstStyle/>
                <a:p>
                  <a:pPr algn="ctr"/>
                  <a:endParaRPr lang="zh-CN" altLang="en-US" sz="27060">
                    <a:gradFill flip="none" rotWithShape="1">
                      <a:gsLst>
                        <a:gs pos="37000">
                          <a:schemeClr val="accent1"/>
                        </a:gs>
                        <a:gs pos="57000">
                          <a:schemeClr val="accent2"/>
                        </a:gs>
                      </a:gsLst>
                      <a:lin ang="0" scaled="1"/>
                      <a:tileRect/>
                    </a:gradFill>
                    <a:latin typeface="方正字迹-龙吟体 简" panose="02000500000000000000" pitchFamily="2" charset="-122"/>
                    <a:ea typeface="方正字迹-龙吟体 简" panose="02000500000000000000" pitchFamily="2" charset="-122"/>
                  </a:endParaRPr>
                </a:p>
              </p:txBody>
            </p:sp>
            <p:sp>
              <p:nvSpPr>
                <p:cNvPr id="1359" name="Freeform 1261"/>
                <p:cNvSpPr/>
                <p:nvPr/>
              </p:nvSpPr>
              <p:spPr bwMode="auto">
                <a:xfrm>
                  <a:off x="7318611" y="-438128"/>
                  <a:ext cx="71578" cy="101489"/>
                </a:xfrm>
                <a:custGeom>
                  <a:avLst/>
                  <a:gdLst>
                    <a:gd name="T0" fmla="*/ 181 w 181"/>
                    <a:gd name="T1" fmla="*/ 257 h 257"/>
                    <a:gd name="T2" fmla="*/ 8 w 181"/>
                    <a:gd name="T3" fmla="*/ 0 h 257"/>
                    <a:gd name="T4" fmla="*/ 181 w 181"/>
                    <a:gd name="T5" fmla="*/ 257 h 2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81" h="257">
                      <a:moveTo>
                        <a:pt x="181" y="257"/>
                      </a:moveTo>
                      <a:cubicBezTo>
                        <a:pt x="63" y="231"/>
                        <a:pt x="0" y="106"/>
                        <a:pt x="8" y="0"/>
                      </a:cubicBezTo>
                      <a:cubicBezTo>
                        <a:pt x="101" y="17"/>
                        <a:pt x="179" y="137"/>
                        <a:pt x="181" y="25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      <a:noAutofit/>
                </a:bodyPr>
                <a:lstStyle/>
                <a:p>
                  <a:pPr algn="ctr"/>
                  <a:endParaRPr lang="zh-CN" altLang="en-US" sz="27060">
                    <a:gradFill flip="none" rotWithShape="1">
                      <a:gsLst>
                        <a:gs pos="37000">
                          <a:schemeClr val="accent1"/>
                        </a:gs>
                        <a:gs pos="57000">
                          <a:schemeClr val="accent2"/>
                        </a:gs>
                      </a:gsLst>
                      <a:lin ang="0" scaled="1"/>
                      <a:tileRect/>
                    </a:gradFill>
                    <a:latin typeface="方正字迹-龙吟体 简" panose="02000500000000000000" pitchFamily="2" charset="-122"/>
                    <a:ea typeface="方正字迹-龙吟体 简" panose="02000500000000000000" pitchFamily="2" charset="-122"/>
                  </a:endParaRPr>
                </a:p>
              </p:txBody>
            </p:sp>
          </p:grpSp>
          <p:grpSp>
            <p:nvGrpSpPr>
              <p:cNvPr id="1339" name="Group 325++"/>
              <p:cNvGrpSpPr/>
              <p:nvPr/>
            </p:nvGrpSpPr>
            <p:grpSpPr>
              <a:xfrm rot="852409">
                <a:off x="1679794" y="5039807"/>
                <a:ext cx="443220" cy="833936"/>
                <a:chOff x="4270615" y="199455"/>
                <a:chExt cx="677398" cy="1204697"/>
              </a:xfrm>
            </p:grpSpPr>
            <p:sp>
              <p:nvSpPr>
                <p:cNvPr id="1340" name="Freeform 1242"/>
                <p:cNvSpPr/>
                <p:nvPr/>
              </p:nvSpPr>
              <p:spPr bwMode="auto">
                <a:xfrm>
                  <a:off x="4270615" y="316369"/>
                  <a:ext cx="596170" cy="1039779"/>
                </a:xfrm>
                <a:custGeom>
                  <a:avLst/>
                  <a:gdLst>
                    <a:gd name="T0" fmla="*/ 7 w 1511"/>
                    <a:gd name="T1" fmla="*/ 2636 h 2636"/>
                    <a:gd name="T2" fmla="*/ 0 w 1511"/>
                    <a:gd name="T3" fmla="*/ 2557 h 2636"/>
                    <a:gd name="T4" fmla="*/ 504 w 1511"/>
                    <a:gd name="T5" fmla="*/ 2438 h 2636"/>
                    <a:gd name="T6" fmla="*/ 910 w 1511"/>
                    <a:gd name="T7" fmla="*/ 2118 h 2636"/>
                    <a:gd name="T8" fmla="*/ 887 w 1511"/>
                    <a:gd name="T9" fmla="*/ 1509 h 2636"/>
                    <a:gd name="T10" fmla="*/ 971 w 1511"/>
                    <a:gd name="T11" fmla="*/ 2042 h 2636"/>
                    <a:gd name="T12" fmla="*/ 1044 w 1511"/>
                    <a:gd name="T13" fmla="*/ 1928 h 2636"/>
                    <a:gd name="T14" fmla="*/ 1129 w 1511"/>
                    <a:gd name="T15" fmla="*/ 1763 h 2636"/>
                    <a:gd name="T16" fmla="*/ 1123 w 1511"/>
                    <a:gd name="T17" fmla="*/ 1732 h 2636"/>
                    <a:gd name="T18" fmla="*/ 971 w 1511"/>
                    <a:gd name="T19" fmla="*/ 1444 h 2636"/>
                    <a:gd name="T20" fmla="*/ 985 w 1511"/>
                    <a:gd name="T21" fmla="*/ 1248 h 2636"/>
                    <a:gd name="T22" fmla="*/ 990 w 1511"/>
                    <a:gd name="T23" fmla="*/ 1234 h 2636"/>
                    <a:gd name="T24" fmla="*/ 1180 w 1511"/>
                    <a:gd name="T25" fmla="*/ 1621 h 2636"/>
                    <a:gd name="T26" fmla="*/ 1245 w 1511"/>
                    <a:gd name="T27" fmla="*/ 1322 h 2636"/>
                    <a:gd name="T28" fmla="*/ 984 w 1511"/>
                    <a:gd name="T29" fmla="*/ 907 h 2636"/>
                    <a:gd name="T30" fmla="*/ 1249 w 1511"/>
                    <a:gd name="T31" fmla="*/ 1307 h 2636"/>
                    <a:gd name="T32" fmla="*/ 1255 w 1511"/>
                    <a:gd name="T33" fmla="*/ 1124 h 2636"/>
                    <a:gd name="T34" fmla="*/ 1239 w 1511"/>
                    <a:gd name="T35" fmla="*/ 926 h 2636"/>
                    <a:gd name="T36" fmla="*/ 1226 w 1511"/>
                    <a:gd name="T37" fmla="*/ 911 h 2636"/>
                    <a:gd name="T38" fmla="*/ 980 w 1511"/>
                    <a:gd name="T39" fmla="*/ 741 h 2636"/>
                    <a:gd name="T40" fmla="*/ 931 w 1511"/>
                    <a:gd name="T41" fmla="*/ 624 h 2636"/>
                    <a:gd name="T42" fmla="*/ 1216 w 1511"/>
                    <a:gd name="T43" fmla="*/ 795 h 2636"/>
                    <a:gd name="T44" fmla="*/ 1128 w 1511"/>
                    <a:gd name="T45" fmla="*/ 519 h 2636"/>
                    <a:gd name="T46" fmla="*/ 1077 w 1511"/>
                    <a:gd name="T47" fmla="*/ 415 h 2636"/>
                    <a:gd name="T48" fmla="*/ 1056 w 1511"/>
                    <a:gd name="T49" fmla="*/ 399 h 2636"/>
                    <a:gd name="T50" fmla="*/ 1049 w 1511"/>
                    <a:gd name="T51" fmla="*/ 389 h 2636"/>
                    <a:gd name="T52" fmla="*/ 1021 w 1511"/>
                    <a:gd name="T53" fmla="*/ 327 h 2636"/>
                    <a:gd name="T54" fmla="*/ 943 w 1511"/>
                    <a:gd name="T55" fmla="*/ 204 h 2636"/>
                    <a:gd name="T56" fmla="*/ 922 w 1511"/>
                    <a:gd name="T57" fmla="*/ 200 h 2636"/>
                    <a:gd name="T58" fmla="*/ 618 w 1511"/>
                    <a:gd name="T59" fmla="*/ 68 h 2636"/>
                    <a:gd name="T60" fmla="*/ 617 w 1511"/>
                    <a:gd name="T61" fmla="*/ 63 h 2636"/>
                    <a:gd name="T62" fmla="*/ 783 w 1511"/>
                    <a:gd name="T63" fmla="*/ 56 h 2636"/>
                    <a:gd name="T64" fmla="*/ 945 w 1511"/>
                    <a:gd name="T65" fmla="*/ 176 h 2636"/>
                    <a:gd name="T66" fmla="*/ 991 w 1511"/>
                    <a:gd name="T67" fmla="*/ 254 h 2636"/>
                    <a:gd name="T68" fmla="*/ 1003 w 1511"/>
                    <a:gd name="T69" fmla="*/ 269 h 2636"/>
                    <a:gd name="T70" fmla="*/ 1076 w 1511"/>
                    <a:gd name="T71" fmla="*/ 0 h 2636"/>
                    <a:gd name="T72" fmla="*/ 1121 w 1511"/>
                    <a:gd name="T73" fmla="*/ 109 h 2636"/>
                    <a:gd name="T74" fmla="*/ 1081 w 1511"/>
                    <a:gd name="T75" fmla="*/ 361 h 2636"/>
                    <a:gd name="T76" fmla="*/ 1081 w 1511"/>
                    <a:gd name="T77" fmla="*/ 393 h 2636"/>
                    <a:gd name="T78" fmla="*/ 1173 w 1511"/>
                    <a:gd name="T79" fmla="*/ 579 h 2636"/>
                    <a:gd name="T80" fmla="*/ 1181 w 1511"/>
                    <a:gd name="T81" fmla="*/ 593 h 2636"/>
                    <a:gd name="T82" fmla="*/ 1271 w 1511"/>
                    <a:gd name="T83" fmla="*/ 266 h 2636"/>
                    <a:gd name="T84" fmla="*/ 1249 w 1511"/>
                    <a:gd name="T85" fmla="*/ 754 h 2636"/>
                    <a:gd name="T86" fmla="*/ 1226 w 1511"/>
                    <a:gd name="T87" fmla="*/ 718 h 2636"/>
                    <a:gd name="T88" fmla="*/ 1276 w 1511"/>
                    <a:gd name="T89" fmla="*/ 942 h 2636"/>
                    <a:gd name="T90" fmla="*/ 1358 w 1511"/>
                    <a:gd name="T91" fmla="*/ 786 h 2636"/>
                    <a:gd name="T92" fmla="*/ 1502 w 1511"/>
                    <a:gd name="T93" fmla="*/ 686 h 2636"/>
                    <a:gd name="T94" fmla="*/ 1426 w 1511"/>
                    <a:gd name="T95" fmla="*/ 966 h 2636"/>
                    <a:gd name="T96" fmla="*/ 1300 w 1511"/>
                    <a:gd name="T97" fmla="*/ 1081 h 2636"/>
                    <a:gd name="T98" fmla="*/ 1289 w 1511"/>
                    <a:gd name="T99" fmla="*/ 1101 h 2636"/>
                    <a:gd name="T100" fmla="*/ 1061 w 1511"/>
                    <a:gd name="T101" fmla="*/ 2016 h 2636"/>
                    <a:gd name="T102" fmla="*/ 1060 w 1511"/>
                    <a:gd name="T103" fmla="*/ 2024 h 2636"/>
                    <a:gd name="T104" fmla="*/ 1474 w 1511"/>
                    <a:gd name="T105" fmla="*/ 1909 h 2636"/>
                    <a:gd name="T106" fmla="*/ 1250 w 1511"/>
                    <a:gd name="T107" fmla="*/ 2143 h 2636"/>
                    <a:gd name="T108" fmla="*/ 968 w 1511"/>
                    <a:gd name="T109" fmla="*/ 2179 h 2636"/>
                    <a:gd name="T110" fmla="*/ 1000 w 1511"/>
                    <a:gd name="T111" fmla="*/ 2110 h 2636"/>
                    <a:gd name="T112" fmla="*/ 7 w 1511"/>
                    <a:gd name="T113" fmla="*/ 2636 h 26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511" h="2636">
                      <a:moveTo>
                        <a:pt x="7" y="2636"/>
                      </a:moveTo>
                      <a:cubicBezTo>
                        <a:pt x="5" y="2608"/>
                        <a:pt x="3" y="2584"/>
                        <a:pt x="0" y="2557"/>
                      </a:cubicBezTo>
                      <a:cubicBezTo>
                        <a:pt x="178" y="2555"/>
                        <a:pt x="346" y="2516"/>
                        <a:pt x="504" y="2438"/>
                      </a:cubicBezTo>
                      <a:cubicBezTo>
                        <a:pt x="662" y="2360"/>
                        <a:pt x="796" y="2251"/>
                        <a:pt x="910" y="2118"/>
                      </a:cubicBezTo>
                      <a:cubicBezTo>
                        <a:pt x="739" y="1894"/>
                        <a:pt x="803" y="1637"/>
                        <a:pt x="887" y="1509"/>
                      </a:cubicBezTo>
                      <a:cubicBezTo>
                        <a:pt x="1013" y="1672"/>
                        <a:pt x="1021" y="1851"/>
                        <a:pt x="971" y="2042"/>
                      </a:cubicBezTo>
                      <a:cubicBezTo>
                        <a:pt x="996" y="2004"/>
                        <a:pt x="1022" y="1968"/>
                        <a:pt x="1044" y="1928"/>
                      </a:cubicBezTo>
                      <a:cubicBezTo>
                        <a:pt x="1074" y="1874"/>
                        <a:pt x="1101" y="1818"/>
                        <a:pt x="1129" y="1763"/>
                      </a:cubicBezTo>
                      <a:cubicBezTo>
                        <a:pt x="1136" y="1751"/>
                        <a:pt x="1135" y="1742"/>
                        <a:pt x="1123" y="1732"/>
                      </a:cubicBezTo>
                      <a:cubicBezTo>
                        <a:pt x="1033" y="1657"/>
                        <a:pt x="984" y="1560"/>
                        <a:pt x="971" y="1444"/>
                      </a:cubicBezTo>
                      <a:cubicBezTo>
                        <a:pt x="964" y="1377"/>
                        <a:pt x="970" y="1313"/>
                        <a:pt x="985" y="1248"/>
                      </a:cubicBezTo>
                      <a:cubicBezTo>
                        <a:pt x="986" y="1243"/>
                        <a:pt x="988" y="1239"/>
                        <a:pt x="990" y="1234"/>
                      </a:cubicBezTo>
                      <a:cubicBezTo>
                        <a:pt x="1079" y="1288"/>
                        <a:pt x="1173" y="1416"/>
                        <a:pt x="1180" y="1621"/>
                      </a:cubicBezTo>
                      <a:cubicBezTo>
                        <a:pt x="1213" y="1524"/>
                        <a:pt x="1234" y="1424"/>
                        <a:pt x="1245" y="1322"/>
                      </a:cubicBezTo>
                      <a:cubicBezTo>
                        <a:pt x="1052" y="1250"/>
                        <a:pt x="987" y="1099"/>
                        <a:pt x="984" y="907"/>
                      </a:cubicBezTo>
                      <a:cubicBezTo>
                        <a:pt x="1099" y="937"/>
                        <a:pt x="1226" y="1063"/>
                        <a:pt x="1249" y="1307"/>
                      </a:cubicBezTo>
                      <a:cubicBezTo>
                        <a:pt x="1251" y="1246"/>
                        <a:pt x="1256" y="1185"/>
                        <a:pt x="1255" y="1124"/>
                      </a:cubicBezTo>
                      <a:cubicBezTo>
                        <a:pt x="1253" y="1058"/>
                        <a:pt x="1245" y="992"/>
                        <a:pt x="1239" y="926"/>
                      </a:cubicBezTo>
                      <a:cubicBezTo>
                        <a:pt x="1239" y="920"/>
                        <a:pt x="1231" y="911"/>
                        <a:pt x="1226" y="911"/>
                      </a:cubicBezTo>
                      <a:cubicBezTo>
                        <a:pt x="1112" y="900"/>
                        <a:pt x="1033" y="839"/>
                        <a:pt x="980" y="741"/>
                      </a:cubicBezTo>
                      <a:cubicBezTo>
                        <a:pt x="961" y="705"/>
                        <a:pt x="949" y="666"/>
                        <a:pt x="931" y="624"/>
                      </a:cubicBezTo>
                      <a:cubicBezTo>
                        <a:pt x="1065" y="626"/>
                        <a:pt x="1149" y="694"/>
                        <a:pt x="1216" y="795"/>
                      </a:cubicBezTo>
                      <a:cubicBezTo>
                        <a:pt x="1196" y="699"/>
                        <a:pt x="1166" y="608"/>
                        <a:pt x="1128" y="519"/>
                      </a:cubicBezTo>
                      <a:cubicBezTo>
                        <a:pt x="1112" y="484"/>
                        <a:pt x="1095" y="449"/>
                        <a:pt x="1077" y="415"/>
                      </a:cubicBezTo>
                      <a:cubicBezTo>
                        <a:pt x="1074" y="408"/>
                        <a:pt x="1075" y="389"/>
                        <a:pt x="1056" y="399"/>
                      </a:cubicBezTo>
                      <a:cubicBezTo>
                        <a:pt x="1056" y="399"/>
                        <a:pt x="1051" y="393"/>
                        <a:pt x="1049" y="389"/>
                      </a:cubicBezTo>
                      <a:cubicBezTo>
                        <a:pt x="1039" y="368"/>
                        <a:pt x="1028" y="349"/>
                        <a:pt x="1021" y="327"/>
                      </a:cubicBezTo>
                      <a:cubicBezTo>
                        <a:pt x="1005" y="280"/>
                        <a:pt x="971" y="244"/>
                        <a:pt x="943" y="204"/>
                      </a:cubicBezTo>
                      <a:cubicBezTo>
                        <a:pt x="939" y="200"/>
                        <a:pt x="928" y="198"/>
                        <a:pt x="922" y="200"/>
                      </a:cubicBezTo>
                      <a:cubicBezTo>
                        <a:pt x="787" y="244"/>
                        <a:pt x="676" y="163"/>
                        <a:pt x="618" y="68"/>
                      </a:cubicBezTo>
                      <a:cubicBezTo>
                        <a:pt x="617" y="67"/>
                        <a:pt x="618" y="66"/>
                        <a:pt x="617" y="63"/>
                      </a:cubicBezTo>
                      <a:cubicBezTo>
                        <a:pt x="672" y="39"/>
                        <a:pt x="727" y="38"/>
                        <a:pt x="783" y="56"/>
                      </a:cubicBezTo>
                      <a:cubicBezTo>
                        <a:pt x="851" y="77"/>
                        <a:pt x="901" y="123"/>
                        <a:pt x="945" y="176"/>
                      </a:cubicBezTo>
                      <a:cubicBezTo>
                        <a:pt x="947" y="210"/>
                        <a:pt x="976" y="228"/>
                        <a:pt x="991" y="254"/>
                      </a:cubicBezTo>
                      <a:cubicBezTo>
                        <a:pt x="993" y="257"/>
                        <a:pt x="996" y="260"/>
                        <a:pt x="1003" y="269"/>
                      </a:cubicBezTo>
                      <a:cubicBezTo>
                        <a:pt x="991" y="166"/>
                        <a:pt x="1017" y="80"/>
                        <a:pt x="1076" y="0"/>
                      </a:cubicBezTo>
                      <a:cubicBezTo>
                        <a:pt x="1099" y="35"/>
                        <a:pt x="1113" y="71"/>
                        <a:pt x="1121" y="109"/>
                      </a:cubicBezTo>
                      <a:cubicBezTo>
                        <a:pt x="1138" y="198"/>
                        <a:pt x="1121" y="282"/>
                        <a:pt x="1081" y="361"/>
                      </a:cubicBezTo>
                      <a:cubicBezTo>
                        <a:pt x="1075" y="373"/>
                        <a:pt x="1075" y="381"/>
                        <a:pt x="1081" y="393"/>
                      </a:cubicBezTo>
                      <a:cubicBezTo>
                        <a:pt x="1113" y="455"/>
                        <a:pt x="1143" y="517"/>
                        <a:pt x="1173" y="579"/>
                      </a:cubicBezTo>
                      <a:cubicBezTo>
                        <a:pt x="1175" y="583"/>
                        <a:pt x="1177" y="588"/>
                        <a:pt x="1181" y="593"/>
                      </a:cubicBezTo>
                      <a:cubicBezTo>
                        <a:pt x="1167" y="471"/>
                        <a:pt x="1199" y="364"/>
                        <a:pt x="1271" y="266"/>
                      </a:cubicBezTo>
                      <a:cubicBezTo>
                        <a:pt x="1362" y="395"/>
                        <a:pt x="1354" y="598"/>
                        <a:pt x="1249" y="754"/>
                      </a:cubicBezTo>
                      <a:cubicBezTo>
                        <a:pt x="1242" y="743"/>
                        <a:pt x="1236" y="733"/>
                        <a:pt x="1226" y="718"/>
                      </a:cubicBezTo>
                      <a:cubicBezTo>
                        <a:pt x="1243" y="795"/>
                        <a:pt x="1259" y="866"/>
                        <a:pt x="1276" y="942"/>
                      </a:cubicBezTo>
                      <a:cubicBezTo>
                        <a:pt x="1292" y="881"/>
                        <a:pt x="1318" y="830"/>
                        <a:pt x="1358" y="786"/>
                      </a:cubicBezTo>
                      <a:cubicBezTo>
                        <a:pt x="1397" y="742"/>
                        <a:pt x="1445" y="709"/>
                        <a:pt x="1502" y="686"/>
                      </a:cubicBezTo>
                      <a:cubicBezTo>
                        <a:pt x="1511" y="791"/>
                        <a:pt x="1487" y="883"/>
                        <a:pt x="1426" y="966"/>
                      </a:cubicBezTo>
                      <a:cubicBezTo>
                        <a:pt x="1391" y="1012"/>
                        <a:pt x="1349" y="1050"/>
                        <a:pt x="1300" y="1081"/>
                      </a:cubicBezTo>
                      <a:cubicBezTo>
                        <a:pt x="1295" y="1085"/>
                        <a:pt x="1289" y="1094"/>
                        <a:pt x="1289" y="1101"/>
                      </a:cubicBezTo>
                      <a:cubicBezTo>
                        <a:pt x="1305" y="1429"/>
                        <a:pt x="1233" y="1735"/>
                        <a:pt x="1061" y="2016"/>
                      </a:cubicBezTo>
                      <a:cubicBezTo>
                        <a:pt x="1060" y="2018"/>
                        <a:pt x="1060" y="2020"/>
                        <a:pt x="1060" y="2024"/>
                      </a:cubicBezTo>
                      <a:cubicBezTo>
                        <a:pt x="1175" y="1906"/>
                        <a:pt x="1314" y="1875"/>
                        <a:pt x="1474" y="1909"/>
                      </a:cubicBezTo>
                      <a:cubicBezTo>
                        <a:pt x="1426" y="2016"/>
                        <a:pt x="1355" y="2096"/>
                        <a:pt x="1250" y="2143"/>
                      </a:cubicBezTo>
                      <a:cubicBezTo>
                        <a:pt x="1160" y="2183"/>
                        <a:pt x="1067" y="2192"/>
                        <a:pt x="968" y="2179"/>
                      </a:cubicBezTo>
                      <a:cubicBezTo>
                        <a:pt x="978" y="2156"/>
                        <a:pt x="988" y="2136"/>
                        <a:pt x="1000" y="2110"/>
                      </a:cubicBezTo>
                      <a:cubicBezTo>
                        <a:pt x="746" y="2438"/>
                        <a:pt x="424" y="2625"/>
                        <a:pt x="7" y="263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      <a:noAutofit/>
                </a:bodyPr>
                <a:lstStyle/>
                <a:p>
                  <a:pPr algn="ctr"/>
                  <a:endParaRPr lang="zh-CN" altLang="en-US" sz="27060">
                    <a:gradFill flip="none" rotWithShape="1">
                      <a:gsLst>
                        <a:gs pos="37000">
                          <a:schemeClr val="accent1"/>
                        </a:gs>
                        <a:gs pos="57000">
                          <a:schemeClr val="accent2"/>
                        </a:gs>
                      </a:gsLst>
                      <a:lin ang="0" scaled="1"/>
                      <a:tileRect/>
                    </a:gradFill>
                    <a:latin typeface="方正字迹-龙吟体 简" panose="02000500000000000000" pitchFamily="2" charset="-122"/>
                    <a:ea typeface="方正字迹-龙吟体 简" panose="02000500000000000000" pitchFamily="2" charset="-122"/>
                  </a:endParaRPr>
                </a:p>
              </p:txBody>
            </p:sp>
            <p:sp>
              <p:nvSpPr>
                <p:cNvPr id="1341" name="Freeform 1244"/>
                <p:cNvSpPr/>
                <p:nvPr/>
              </p:nvSpPr>
              <p:spPr bwMode="auto">
                <a:xfrm>
                  <a:off x="4377318" y="1014520"/>
                  <a:ext cx="106525" cy="245329"/>
                </a:xfrm>
                <a:custGeom>
                  <a:avLst/>
                  <a:gdLst>
                    <a:gd name="T0" fmla="*/ 158 w 270"/>
                    <a:gd name="T1" fmla="*/ 622 h 622"/>
                    <a:gd name="T2" fmla="*/ 117 w 270"/>
                    <a:gd name="T3" fmla="*/ 0 h 622"/>
                    <a:gd name="T4" fmla="*/ 158 w 270"/>
                    <a:gd name="T5" fmla="*/ 622 h 6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70" h="622">
                      <a:moveTo>
                        <a:pt x="158" y="622"/>
                      </a:moveTo>
                      <a:cubicBezTo>
                        <a:pt x="1" y="440"/>
                        <a:pt x="0" y="192"/>
                        <a:pt x="117" y="0"/>
                      </a:cubicBezTo>
                      <a:cubicBezTo>
                        <a:pt x="245" y="101"/>
                        <a:pt x="270" y="475"/>
                        <a:pt x="158" y="62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      <a:noAutofit/>
                </a:bodyPr>
                <a:lstStyle/>
                <a:p>
                  <a:pPr algn="ctr"/>
                  <a:endParaRPr lang="zh-CN" altLang="en-US" sz="27060">
                    <a:gradFill flip="none" rotWithShape="1">
                      <a:gsLst>
                        <a:gs pos="37000">
                          <a:schemeClr val="accent1"/>
                        </a:gs>
                        <a:gs pos="57000">
                          <a:schemeClr val="accent2"/>
                        </a:gs>
                      </a:gsLst>
                      <a:lin ang="0" scaled="1"/>
                      <a:tileRect/>
                    </a:gradFill>
                    <a:latin typeface="方正字迹-龙吟体 简" panose="02000500000000000000" pitchFamily="2" charset="-122"/>
                    <a:ea typeface="方正字迹-龙吟体 简" panose="02000500000000000000" pitchFamily="2" charset="-122"/>
                  </a:endParaRPr>
                </a:p>
              </p:txBody>
            </p:sp>
            <p:sp>
              <p:nvSpPr>
                <p:cNvPr id="1342" name="Freeform 1246"/>
                <p:cNvSpPr/>
                <p:nvPr/>
              </p:nvSpPr>
              <p:spPr bwMode="auto">
                <a:xfrm>
                  <a:off x="4488567" y="970890"/>
                  <a:ext cx="107873" cy="245329"/>
                </a:xfrm>
                <a:custGeom>
                  <a:avLst/>
                  <a:gdLst>
                    <a:gd name="T0" fmla="*/ 163 w 274"/>
                    <a:gd name="T1" fmla="*/ 622 h 622"/>
                    <a:gd name="T2" fmla="*/ 122 w 274"/>
                    <a:gd name="T3" fmla="*/ 0 h 622"/>
                    <a:gd name="T4" fmla="*/ 163 w 274"/>
                    <a:gd name="T5" fmla="*/ 622 h 6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74" h="622">
                      <a:moveTo>
                        <a:pt x="163" y="622"/>
                      </a:moveTo>
                      <a:cubicBezTo>
                        <a:pt x="12" y="454"/>
                        <a:pt x="0" y="198"/>
                        <a:pt x="122" y="0"/>
                      </a:cubicBezTo>
                      <a:cubicBezTo>
                        <a:pt x="250" y="104"/>
                        <a:pt x="274" y="471"/>
                        <a:pt x="163" y="62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      <a:noAutofit/>
                </a:bodyPr>
                <a:lstStyle/>
                <a:p>
                  <a:pPr algn="ctr"/>
                  <a:endParaRPr lang="zh-CN" altLang="en-US" sz="27060">
                    <a:gradFill flip="none" rotWithShape="1">
                      <a:gsLst>
                        <a:gs pos="37000">
                          <a:schemeClr val="accent1"/>
                        </a:gs>
                        <a:gs pos="57000">
                          <a:schemeClr val="accent2"/>
                        </a:gs>
                      </a:gsLst>
                      <a:lin ang="0" scaled="1"/>
                      <a:tileRect/>
                    </a:gradFill>
                    <a:latin typeface="方正字迹-龙吟体 简" panose="02000500000000000000" pitchFamily="2" charset="-122"/>
                    <a:ea typeface="方正字迹-龙吟体 简" panose="02000500000000000000" pitchFamily="2" charset="-122"/>
                  </a:endParaRPr>
                </a:p>
              </p:txBody>
            </p:sp>
            <p:sp>
              <p:nvSpPr>
                <p:cNvPr id="1343" name="Freeform 1248"/>
                <p:cNvSpPr/>
                <p:nvPr/>
              </p:nvSpPr>
              <p:spPr bwMode="auto">
                <a:xfrm>
                  <a:off x="4451864" y="1274091"/>
                  <a:ext cx="215752" cy="130061"/>
                </a:xfrm>
                <a:custGeom>
                  <a:avLst/>
                  <a:gdLst>
                    <a:gd name="T0" fmla="*/ 0 w 547"/>
                    <a:gd name="T1" fmla="*/ 167 h 330"/>
                    <a:gd name="T2" fmla="*/ 547 w 547"/>
                    <a:gd name="T3" fmla="*/ 198 h 330"/>
                    <a:gd name="T4" fmla="*/ 0 w 547"/>
                    <a:gd name="T5" fmla="*/ 167 h 3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47" h="330">
                      <a:moveTo>
                        <a:pt x="0" y="167"/>
                      </a:moveTo>
                      <a:cubicBezTo>
                        <a:pt x="179" y="0"/>
                        <a:pt x="402" y="54"/>
                        <a:pt x="547" y="198"/>
                      </a:cubicBezTo>
                      <a:cubicBezTo>
                        <a:pt x="446" y="330"/>
                        <a:pt x="128" y="311"/>
                        <a:pt x="0" y="16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      <a:noAutofit/>
                </a:bodyPr>
                <a:lstStyle/>
                <a:p>
                  <a:pPr algn="ctr"/>
                  <a:endParaRPr lang="zh-CN" altLang="en-US" sz="27060">
                    <a:gradFill flip="none" rotWithShape="1">
                      <a:gsLst>
                        <a:gs pos="37000">
                          <a:schemeClr val="accent1"/>
                        </a:gs>
                        <a:gs pos="57000">
                          <a:schemeClr val="accent2"/>
                        </a:gs>
                      </a:gsLst>
                      <a:lin ang="0" scaled="1"/>
                      <a:tileRect/>
                    </a:gradFill>
                    <a:latin typeface="方正字迹-龙吟体 简" panose="02000500000000000000" pitchFamily="2" charset="-122"/>
                    <a:ea typeface="方正字迹-龙吟体 简" panose="02000500000000000000" pitchFamily="2" charset="-122"/>
                  </a:endParaRPr>
                </a:p>
              </p:txBody>
            </p:sp>
            <p:sp>
              <p:nvSpPr>
                <p:cNvPr id="1344" name="Freeform 1251"/>
                <p:cNvSpPr/>
                <p:nvPr/>
              </p:nvSpPr>
              <p:spPr bwMode="auto">
                <a:xfrm>
                  <a:off x="4607357" y="1201096"/>
                  <a:ext cx="216753" cy="109559"/>
                </a:xfrm>
                <a:custGeom>
                  <a:avLst/>
                  <a:gdLst>
                    <a:gd name="T0" fmla="*/ 0 w 549"/>
                    <a:gd name="T1" fmla="*/ 154 h 278"/>
                    <a:gd name="T2" fmla="*/ 549 w 549"/>
                    <a:gd name="T3" fmla="*/ 186 h 278"/>
                    <a:gd name="T4" fmla="*/ 309 w 549"/>
                    <a:gd name="T5" fmla="*/ 276 h 278"/>
                    <a:gd name="T6" fmla="*/ 6 w 549"/>
                    <a:gd name="T7" fmla="*/ 160 h 278"/>
                    <a:gd name="T8" fmla="*/ 0 w 549"/>
                    <a:gd name="T9" fmla="*/ 154 h 2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49" h="278">
                      <a:moveTo>
                        <a:pt x="0" y="154"/>
                      </a:moveTo>
                      <a:cubicBezTo>
                        <a:pt x="155" y="0"/>
                        <a:pt x="383" y="21"/>
                        <a:pt x="549" y="186"/>
                      </a:cubicBezTo>
                      <a:cubicBezTo>
                        <a:pt x="480" y="245"/>
                        <a:pt x="401" y="278"/>
                        <a:pt x="309" y="276"/>
                      </a:cubicBezTo>
                      <a:cubicBezTo>
                        <a:pt x="194" y="273"/>
                        <a:pt x="96" y="228"/>
                        <a:pt x="6" y="160"/>
                      </a:cubicBezTo>
                      <a:cubicBezTo>
                        <a:pt x="4" y="158"/>
                        <a:pt x="2" y="156"/>
                        <a:pt x="0" y="154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      <a:noAutofit/>
                </a:bodyPr>
                <a:lstStyle/>
                <a:p>
                  <a:pPr algn="ctr"/>
                  <a:endParaRPr lang="zh-CN" altLang="en-US" sz="27060">
                    <a:gradFill flip="none" rotWithShape="1">
                      <a:gsLst>
                        <a:gs pos="37000">
                          <a:schemeClr val="accent1"/>
                        </a:gs>
                        <a:gs pos="57000">
                          <a:schemeClr val="accent2"/>
                        </a:gs>
                      </a:gsLst>
                      <a:lin ang="0" scaled="1"/>
                      <a:tileRect/>
                    </a:gradFill>
                    <a:latin typeface="方正字迹-龙吟体 简" panose="02000500000000000000" pitchFamily="2" charset="-122"/>
                    <a:ea typeface="方正字迹-龙吟体 简" panose="02000500000000000000" pitchFamily="2" charset="-122"/>
                  </a:endParaRPr>
                </a:p>
              </p:txBody>
            </p:sp>
            <p:sp>
              <p:nvSpPr>
                <p:cNvPr id="1345" name="Freeform 1253"/>
                <p:cNvSpPr/>
                <p:nvPr/>
              </p:nvSpPr>
              <p:spPr bwMode="auto">
                <a:xfrm>
                  <a:off x="4776956" y="898241"/>
                  <a:ext cx="171057" cy="130058"/>
                </a:xfrm>
                <a:custGeom>
                  <a:avLst/>
                  <a:gdLst>
                    <a:gd name="T0" fmla="*/ 0 w 434"/>
                    <a:gd name="T1" fmla="*/ 298 h 330"/>
                    <a:gd name="T2" fmla="*/ 434 w 434"/>
                    <a:gd name="T3" fmla="*/ 65 h 330"/>
                    <a:gd name="T4" fmla="*/ 0 w 434"/>
                    <a:gd name="T5" fmla="*/ 298 h 3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4" h="330">
                      <a:moveTo>
                        <a:pt x="0" y="298"/>
                      </a:moveTo>
                      <a:cubicBezTo>
                        <a:pt x="55" y="120"/>
                        <a:pt x="280" y="0"/>
                        <a:pt x="434" y="65"/>
                      </a:cubicBezTo>
                      <a:cubicBezTo>
                        <a:pt x="378" y="227"/>
                        <a:pt x="193" y="330"/>
                        <a:pt x="0" y="298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      <a:noAutofit/>
                </a:bodyPr>
                <a:lstStyle/>
                <a:p>
                  <a:pPr algn="ctr"/>
                  <a:endParaRPr lang="zh-CN" altLang="en-US" sz="27060">
                    <a:gradFill flip="none" rotWithShape="1">
                      <a:gsLst>
                        <a:gs pos="37000">
                          <a:schemeClr val="accent1"/>
                        </a:gs>
                        <a:gs pos="57000">
                          <a:schemeClr val="accent2"/>
                        </a:gs>
                      </a:gsLst>
                      <a:lin ang="0" scaled="1"/>
                      <a:tileRect/>
                    </a:gradFill>
                    <a:latin typeface="方正字迹-龙吟体 简" panose="02000500000000000000" pitchFamily="2" charset="-122"/>
                    <a:ea typeface="方正字迹-龙吟体 简" panose="02000500000000000000" pitchFamily="2" charset="-122"/>
                  </a:endParaRPr>
                </a:p>
              </p:txBody>
            </p:sp>
            <p:sp>
              <p:nvSpPr>
                <p:cNvPr id="1346" name="Freeform 1255"/>
                <p:cNvSpPr/>
                <p:nvPr/>
              </p:nvSpPr>
              <p:spPr bwMode="auto">
                <a:xfrm>
                  <a:off x="4805725" y="724130"/>
                  <a:ext cx="124341" cy="165341"/>
                </a:xfrm>
                <a:custGeom>
                  <a:avLst/>
                  <a:gdLst>
                    <a:gd name="T0" fmla="*/ 314 w 315"/>
                    <a:gd name="T1" fmla="*/ 0 h 419"/>
                    <a:gd name="T2" fmla="*/ 10 w 315"/>
                    <a:gd name="T3" fmla="*/ 419 h 419"/>
                    <a:gd name="T4" fmla="*/ 314 w 315"/>
                    <a:gd name="T5" fmla="*/ 0 h 4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15" h="419">
                      <a:moveTo>
                        <a:pt x="314" y="0"/>
                      </a:moveTo>
                      <a:cubicBezTo>
                        <a:pt x="315" y="217"/>
                        <a:pt x="159" y="373"/>
                        <a:pt x="10" y="419"/>
                      </a:cubicBezTo>
                      <a:cubicBezTo>
                        <a:pt x="0" y="202"/>
                        <a:pt x="143" y="33"/>
                        <a:pt x="314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      <a:noAutofit/>
                </a:bodyPr>
                <a:lstStyle/>
                <a:p>
                  <a:pPr algn="ctr"/>
                  <a:endParaRPr lang="zh-CN" altLang="en-US" sz="27060">
                    <a:gradFill flip="none" rotWithShape="1">
                      <a:gsLst>
                        <a:gs pos="37000">
                          <a:schemeClr val="accent1"/>
                        </a:gs>
                        <a:gs pos="57000">
                          <a:schemeClr val="accent2"/>
                        </a:gs>
                      </a:gsLst>
                      <a:lin ang="0" scaled="1"/>
                      <a:tileRect/>
                    </a:gradFill>
                    <a:latin typeface="方正字迹-龙吟体 简" panose="02000500000000000000" pitchFamily="2" charset="-122"/>
                    <a:ea typeface="方正字迹-龙吟体 简" panose="02000500000000000000" pitchFamily="2" charset="-122"/>
                  </a:endParaRPr>
                </a:p>
              </p:txBody>
            </p:sp>
            <p:sp>
              <p:nvSpPr>
                <p:cNvPr id="1347" name="Freeform 1257"/>
                <p:cNvSpPr/>
                <p:nvPr/>
              </p:nvSpPr>
              <p:spPr bwMode="auto">
                <a:xfrm>
                  <a:off x="4582258" y="424378"/>
                  <a:ext cx="136776" cy="113256"/>
                </a:xfrm>
                <a:custGeom>
                  <a:avLst/>
                  <a:gdLst>
                    <a:gd name="T0" fmla="*/ 0 w 347"/>
                    <a:gd name="T1" fmla="*/ 29 h 287"/>
                    <a:gd name="T2" fmla="*/ 347 w 347"/>
                    <a:gd name="T3" fmla="*/ 251 h 287"/>
                    <a:gd name="T4" fmla="*/ 0 w 347"/>
                    <a:gd name="T5" fmla="*/ 29 h 2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47" h="287">
                      <a:moveTo>
                        <a:pt x="0" y="29"/>
                      </a:moveTo>
                      <a:cubicBezTo>
                        <a:pt x="142" y="0"/>
                        <a:pt x="282" y="102"/>
                        <a:pt x="347" y="251"/>
                      </a:cubicBezTo>
                      <a:cubicBezTo>
                        <a:pt x="196" y="287"/>
                        <a:pt x="55" y="188"/>
                        <a:pt x="0" y="2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      <a:noAutofit/>
                </a:bodyPr>
                <a:lstStyle/>
                <a:p>
                  <a:pPr algn="ctr"/>
                  <a:endParaRPr lang="zh-CN" altLang="en-US" sz="27060">
                    <a:gradFill flip="none" rotWithShape="1">
                      <a:gsLst>
                        <a:gs pos="37000">
                          <a:schemeClr val="accent1"/>
                        </a:gs>
                        <a:gs pos="57000">
                          <a:schemeClr val="accent2"/>
                        </a:gs>
                      </a:gsLst>
                      <a:lin ang="0" scaled="1"/>
                      <a:tileRect/>
                    </a:gradFill>
                    <a:latin typeface="方正字迹-龙吟体 简" panose="02000500000000000000" pitchFamily="2" charset="-122"/>
                    <a:ea typeface="方正字迹-龙吟体 简" panose="02000500000000000000" pitchFamily="2" charset="-122"/>
                  </a:endParaRPr>
                </a:p>
              </p:txBody>
            </p:sp>
            <p:sp>
              <p:nvSpPr>
                <p:cNvPr id="1348" name="Freeform 1259"/>
                <p:cNvSpPr/>
                <p:nvPr/>
              </p:nvSpPr>
              <p:spPr bwMode="auto">
                <a:xfrm>
                  <a:off x="4466754" y="199455"/>
                  <a:ext cx="131734" cy="94093"/>
                </a:xfrm>
                <a:custGeom>
                  <a:avLst/>
                  <a:gdLst>
                    <a:gd name="T0" fmla="*/ 0 w 334"/>
                    <a:gd name="T1" fmla="*/ 57 h 238"/>
                    <a:gd name="T2" fmla="*/ 334 w 334"/>
                    <a:gd name="T3" fmla="*/ 179 h 238"/>
                    <a:gd name="T4" fmla="*/ 0 w 334"/>
                    <a:gd name="T5" fmla="*/ 57 h 2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34" h="238">
                      <a:moveTo>
                        <a:pt x="0" y="57"/>
                      </a:moveTo>
                      <a:cubicBezTo>
                        <a:pt x="110" y="0"/>
                        <a:pt x="255" y="62"/>
                        <a:pt x="334" y="179"/>
                      </a:cubicBezTo>
                      <a:cubicBezTo>
                        <a:pt x="218" y="238"/>
                        <a:pt x="74" y="190"/>
                        <a:pt x="0" y="5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      <a:noAutofit/>
                </a:bodyPr>
                <a:lstStyle/>
                <a:p>
                  <a:pPr algn="ctr"/>
                  <a:endParaRPr lang="zh-CN" altLang="en-US" sz="27060">
                    <a:gradFill flip="none" rotWithShape="1">
                      <a:gsLst>
                        <a:gs pos="37000">
                          <a:schemeClr val="accent1"/>
                        </a:gs>
                        <a:gs pos="57000">
                          <a:schemeClr val="accent2"/>
                        </a:gs>
                      </a:gsLst>
                      <a:lin ang="0" scaled="1"/>
                      <a:tileRect/>
                    </a:gradFill>
                    <a:latin typeface="方正字迹-龙吟体 简" panose="02000500000000000000" pitchFamily="2" charset="-122"/>
                    <a:ea typeface="方正字迹-龙吟体 简" panose="02000500000000000000" pitchFamily="2" charset="-122"/>
                  </a:endParaRPr>
                </a:p>
              </p:txBody>
            </p:sp>
            <p:sp>
              <p:nvSpPr>
                <p:cNvPr id="1349" name="Freeform 1261"/>
                <p:cNvSpPr/>
                <p:nvPr/>
              </p:nvSpPr>
              <p:spPr bwMode="auto">
                <a:xfrm>
                  <a:off x="4606632" y="215195"/>
                  <a:ext cx="71581" cy="101490"/>
                </a:xfrm>
                <a:custGeom>
                  <a:avLst/>
                  <a:gdLst>
                    <a:gd name="T0" fmla="*/ 181 w 181"/>
                    <a:gd name="T1" fmla="*/ 257 h 257"/>
                    <a:gd name="T2" fmla="*/ 8 w 181"/>
                    <a:gd name="T3" fmla="*/ 0 h 257"/>
                    <a:gd name="T4" fmla="*/ 181 w 181"/>
                    <a:gd name="T5" fmla="*/ 257 h 2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81" h="257">
                      <a:moveTo>
                        <a:pt x="181" y="257"/>
                      </a:moveTo>
                      <a:cubicBezTo>
                        <a:pt x="63" y="231"/>
                        <a:pt x="0" y="106"/>
                        <a:pt x="8" y="0"/>
                      </a:cubicBezTo>
                      <a:cubicBezTo>
                        <a:pt x="101" y="17"/>
                        <a:pt x="179" y="137"/>
                        <a:pt x="181" y="25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      <a:noAutofit/>
                </a:bodyPr>
                <a:lstStyle/>
                <a:p>
                  <a:pPr algn="ctr"/>
                  <a:endParaRPr lang="zh-CN" altLang="en-US" sz="27060">
                    <a:gradFill flip="none" rotWithShape="1">
                      <a:gsLst>
                        <a:gs pos="37000">
                          <a:schemeClr val="accent1"/>
                        </a:gs>
                        <a:gs pos="57000">
                          <a:schemeClr val="accent2"/>
                        </a:gs>
                      </a:gsLst>
                      <a:lin ang="0" scaled="1"/>
                      <a:tileRect/>
                    </a:gradFill>
                    <a:latin typeface="方正字迹-龙吟体 简" panose="02000500000000000000" pitchFamily="2" charset="-122"/>
                    <a:ea typeface="方正字迹-龙吟体 简" panose="02000500000000000000" pitchFamily="2" charset="-122"/>
                  </a:endParaRPr>
                </a:p>
              </p:txBody>
            </p:sp>
          </p:grpSp>
        </p:grpSp>
        <p:sp>
          <p:nvSpPr>
            <p:cNvPr id="1333" name="文本框 1332"/>
            <p:cNvSpPr txBox="1"/>
            <p:nvPr/>
          </p:nvSpPr>
          <p:spPr>
            <a:xfrm>
              <a:off x="1485048" y="4901369"/>
              <a:ext cx="2420620" cy="467360"/>
            </a:xfrm>
            <a:prstGeom prst="rect">
              <a:avLst/>
            </a:prstGeom>
            <a:noFill/>
            <a:effectLst/>
          </p:spPr>
          <p:txBody>
            <a:bodyPr wrap="square" lIns="188706" tIns="94353" rIns="188706" bIns="94353" rtlCol="0">
              <a:noAutofit/>
            </a:bodyPr>
            <a:lstStyle/>
            <a:p>
              <a:pPr algn="ctr"/>
              <a:r>
                <a:rPr lang="en-US" altLang="zh-CN" sz="2400">
                  <a:solidFill>
                    <a:schemeClr val="accent2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468</a:t>
              </a:r>
              <a:r>
                <a:rPr lang="zh-CN" altLang="en-US" sz="2400">
                  <a:solidFill>
                    <a:schemeClr val="accent2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份有效</a:t>
              </a:r>
              <a:r>
                <a:rPr lang="zh-CN" altLang="en-US" sz="2400">
                  <a:solidFill>
                    <a:schemeClr val="accent2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问卷</a:t>
              </a:r>
              <a:endParaRPr lang="zh-CN" altLang="en-US" sz="2400">
                <a:solidFill>
                  <a:schemeClr val="accent2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grpSp>
          <p:nvGrpSpPr>
            <p:cNvPr id="1334" name="Group 338+"/>
            <p:cNvGrpSpPr/>
            <p:nvPr/>
          </p:nvGrpSpPr>
          <p:grpSpPr>
            <a:xfrm>
              <a:off x="2406738" y="5449896"/>
              <a:ext cx="498659" cy="109325"/>
              <a:chOff x="8404798" y="2019926"/>
              <a:chExt cx="498659" cy="109325"/>
            </a:xfrm>
          </p:grpSpPr>
          <p:sp>
            <p:nvSpPr>
              <p:cNvPr id="1335" name="Freeform 1340"/>
              <p:cNvSpPr/>
              <p:nvPr/>
            </p:nvSpPr>
            <p:spPr bwMode="auto">
              <a:xfrm>
                <a:off x="8597274" y="2019926"/>
                <a:ext cx="113716" cy="109106"/>
              </a:xfrm>
              <a:custGeom>
                <a:avLst/>
                <a:gdLst>
                  <a:gd name="T0" fmla="*/ 63 w 125"/>
                  <a:gd name="T1" fmla="*/ 0 h 120"/>
                  <a:gd name="T2" fmla="*/ 82 w 125"/>
                  <a:gd name="T3" fmla="*/ 40 h 120"/>
                  <a:gd name="T4" fmla="*/ 125 w 125"/>
                  <a:gd name="T5" fmla="*/ 46 h 120"/>
                  <a:gd name="T6" fmla="*/ 95 w 125"/>
                  <a:gd name="T7" fmla="*/ 76 h 120"/>
                  <a:gd name="T8" fmla="*/ 102 w 125"/>
                  <a:gd name="T9" fmla="*/ 120 h 120"/>
                  <a:gd name="T10" fmla="*/ 63 w 125"/>
                  <a:gd name="T11" fmla="*/ 99 h 120"/>
                  <a:gd name="T12" fmla="*/ 24 w 125"/>
                  <a:gd name="T13" fmla="*/ 120 h 120"/>
                  <a:gd name="T14" fmla="*/ 31 w 125"/>
                  <a:gd name="T15" fmla="*/ 76 h 120"/>
                  <a:gd name="T16" fmla="*/ 0 w 125"/>
                  <a:gd name="T17" fmla="*/ 46 h 120"/>
                  <a:gd name="T18" fmla="*/ 43 w 125"/>
                  <a:gd name="T19" fmla="*/ 40 h 120"/>
                  <a:gd name="T20" fmla="*/ 63 w 125"/>
                  <a:gd name="T21" fmla="*/ 0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25" h="120">
                    <a:moveTo>
                      <a:pt x="63" y="0"/>
                    </a:moveTo>
                    <a:lnTo>
                      <a:pt x="82" y="40"/>
                    </a:lnTo>
                    <a:lnTo>
                      <a:pt x="125" y="46"/>
                    </a:lnTo>
                    <a:lnTo>
                      <a:pt x="95" y="76"/>
                    </a:lnTo>
                    <a:lnTo>
                      <a:pt x="102" y="120"/>
                    </a:lnTo>
                    <a:lnTo>
                      <a:pt x="63" y="99"/>
                    </a:lnTo>
                    <a:lnTo>
                      <a:pt x="24" y="120"/>
                    </a:lnTo>
                    <a:lnTo>
                      <a:pt x="31" y="76"/>
                    </a:lnTo>
                    <a:lnTo>
                      <a:pt x="0" y="46"/>
                    </a:lnTo>
                    <a:lnTo>
                      <a:pt x="43" y="40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13000">
                    <a:srgbClr val="36B43C"/>
                  </a:gs>
                  <a:gs pos="85000">
                    <a:srgbClr val="0D7528"/>
                  </a:gs>
                </a:gsLst>
                <a:lin ang="5400000" scaled="1"/>
              </a:gra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110642" tIns="55321" rIns="110642" bIns="55321" numCol="1" spcCol="0" rtlCol="0" fromWordArt="0" anchor="t" anchorCtr="0" forceAA="0" compatLnSpc="1">
                <a:noAutofit/>
              </a:bodyPr>
              <a:lstStyle/>
              <a:p>
                <a:pPr>
                  <a:defRPr/>
                </a:pPr>
                <a:endParaRPr lang="zh-CN" altLang="en-US" sz="3870">
                  <a:gradFill>
                    <a:gsLst>
                      <a:gs pos="13000">
                        <a:srgbClr val="36B43C"/>
                      </a:gs>
                      <a:gs pos="85000">
                        <a:srgbClr val="0D7528"/>
                      </a:gs>
                    </a:gsLst>
                    <a:lin ang="5400000" scaled="1"/>
                  </a:gradFill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1336" name="Freeform 1341"/>
              <p:cNvSpPr/>
              <p:nvPr/>
            </p:nvSpPr>
            <p:spPr bwMode="auto">
              <a:xfrm>
                <a:off x="8404798" y="2048574"/>
                <a:ext cx="79140" cy="80677"/>
              </a:xfrm>
              <a:custGeom>
                <a:avLst/>
                <a:gdLst>
                  <a:gd name="T0" fmla="*/ 56 w 87"/>
                  <a:gd name="T1" fmla="*/ 0 h 89"/>
                  <a:gd name="T2" fmla="*/ 60 w 87"/>
                  <a:gd name="T3" fmla="*/ 30 h 89"/>
                  <a:gd name="T4" fmla="*/ 87 w 87"/>
                  <a:gd name="T5" fmla="*/ 47 h 89"/>
                  <a:gd name="T6" fmla="*/ 58 w 87"/>
                  <a:gd name="T7" fmla="*/ 58 h 89"/>
                  <a:gd name="T8" fmla="*/ 52 w 87"/>
                  <a:gd name="T9" fmla="*/ 89 h 89"/>
                  <a:gd name="T10" fmla="*/ 31 w 87"/>
                  <a:gd name="T11" fmla="*/ 65 h 89"/>
                  <a:gd name="T12" fmla="*/ 0 w 87"/>
                  <a:gd name="T13" fmla="*/ 69 h 89"/>
                  <a:gd name="T14" fmla="*/ 17 w 87"/>
                  <a:gd name="T15" fmla="*/ 42 h 89"/>
                  <a:gd name="T16" fmla="*/ 4 w 87"/>
                  <a:gd name="T17" fmla="*/ 12 h 89"/>
                  <a:gd name="T18" fmla="*/ 34 w 87"/>
                  <a:gd name="T19" fmla="*/ 21 h 89"/>
                  <a:gd name="T20" fmla="*/ 56 w 87"/>
                  <a:gd name="T21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7" h="89">
                    <a:moveTo>
                      <a:pt x="56" y="0"/>
                    </a:moveTo>
                    <a:lnTo>
                      <a:pt x="60" y="30"/>
                    </a:lnTo>
                    <a:lnTo>
                      <a:pt x="87" y="47"/>
                    </a:lnTo>
                    <a:lnTo>
                      <a:pt x="58" y="58"/>
                    </a:lnTo>
                    <a:lnTo>
                      <a:pt x="52" y="89"/>
                    </a:lnTo>
                    <a:lnTo>
                      <a:pt x="31" y="65"/>
                    </a:lnTo>
                    <a:lnTo>
                      <a:pt x="0" y="69"/>
                    </a:lnTo>
                    <a:lnTo>
                      <a:pt x="17" y="42"/>
                    </a:lnTo>
                    <a:lnTo>
                      <a:pt x="4" y="12"/>
                    </a:lnTo>
                    <a:lnTo>
                      <a:pt x="34" y="21"/>
                    </a:lnTo>
                    <a:lnTo>
                      <a:pt x="56" y="0"/>
                    </a:lnTo>
                    <a:close/>
                  </a:path>
                </a:pathLst>
              </a:custGeom>
              <a:gradFill>
                <a:gsLst>
                  <a:gs pos="13000">
                    <a:srgbClr val="36B43C"/>
                  </a:gs>
                  <a:gs pos="85000">
                    <a:srgbClr val="0D7528"/>
                  </a:gs>
                </a:gsLst>
                <a:lin ang="5400000" scaled="1"/>
              </a:gra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110642" tIns="55321" rIns="110642" bIns="55321" numCol="1" spcCol="0" rtlCol="0" fromWordArt="0" anchor="t" anchorCtr="0" forceAA="0" compatLnSpc="1">
                <a:noAutofit/>
              </a:bodyPr>
              <a:lstStyle/>
              <a:p>
                <a:pPr>
                  <a:defRPr/>
                </a:pPr>
                <a:endParaRPr lang="zh-CN" altLang="en-US" sz="3870">
                  <a:gradFill>
                    <a:gsLst>
                      <a:gs pos="13000">
                        <a:srgbClr val="36B43C"/>
                      </a:gs>
                      <a:gs pos="85000">
                        <a:srgbClr val="0D7528"/>
                      </a:gs>
                    </a:gsLst>
                    <a:lin ang="5400000" scaled="1"/>
                  </a:gradFill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1337" name="Freeform 1342"/>
              <p:cNvSpPr/>
              <p:nvPr/>
            </p:nvSpPr>
            <p:spPr bwMode="auto">
              <a:xfrm>
                <a:off x="8824317" y="2048574"/>
                <a:ext cx="79140" cy="80677"/>
              </a:xfrm>
              <a:custGeom>
                <a:avLst/>
                <a:gdLst>
                  <a:gd name="T0" fmla="*/ 29 w 87"/>
                  <a:gd name="T1" fmla="*/ 0 h 89"/>
                  <a:gd name="T2" fmla="*/ 27 w 87"/>
                  <a:gd name="T3" fmla="*/ 30 h 89"/>
                  <a:gd name="T4" fmla="*/ 0 w 87"/>
                  <a:gd name="T5" fmla="*/ 47 h 89"/>
                  <a:gd name="T6" fmla="*/ 28 w 87"/>
                  <a:gd name="T7" fmla="*/ 58 h 89"/>
                  <a:gd name="T8" fmla="*/ 35 w 87"/>
                  <a:gd name="T9" fmla="*/ 89 h 89"/>
                  <a:gd name="T10" fmla="*/ 55 w 87"/>
                  <a:gd name="T11" fmla="*/ 65 h 89"/>
                  <a:gd name="T12" fmla="*/ 87 w 87"/>
                  <a:gd name="T13" fmla="*/ 69 h 89"/>
                  <a:gd name="T14" fmla="*/ 71 w 87"/>
                  <a:gd name="T15" fmla="*/ 42 h 89"/>
                  <a:gd name="T16" fmla="*/ 83 w 87"/>
                  <a:gd name="T17" fmla="*/ 12 h 89"/>
                  <a:gd name="T18" fmla="*/ 53 w 87"/>
                  <a:gd name="T19" fmla="*/ 21 h 89"/>
                  <a:gd name="T20" fmla="*/ 29 w 87"/>
                  <a:gd name="T21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7" h="89">
                    <a:moveTo>
                      <a:pt x="29" y="0"/>
                    </a:moveTo>
                    <a:lnTo>
                      <a:pt x="27" y="30"/>
                    </a:lnTo>
                    <a:lnTo>
                      <a:pt x="0" y="47"/>
                    </a:lnTo>
                    <a:lnTo>
                      <a:pt x="28" y="58"/>
                    </a:lnTo>
                    <a:lnTo>
                      <a:pt x="35" y="89"/>
                    </a:lnTo>
                    <a:lnTo>
                      <a:pt x="55" y="65"/>
                    </a:lnTo>
                    <a:lnTo>
                      <a:pt x="87" y="69"/>
                    </a:lnTo>
                    <a:lnTo>
                      <a:pt x="71" y="42"/>
                    </a:lnTo>
                    <a:lnTo>
                      <a:pt x="83" y="12"/>
                    </a:lnTo>
                    <a:lnTo>
                      <a:pt x="53" y="21"/>
                    </a:lnTo>
                    <a:lnTo>
                      <a:pt x="29" y="0"/>
                    </a:lnTo>
                    <a:close/>
                  </a:path>
                </a:pathLst>
              </a:custGeom>
              <a:gradFill>
                <a:gsLst>
                  <a:gs pos="13000">
                    <a:srgbClr val="36B43C"/>
                  </a:gs>
                  <a:gs pos="85000">
                    <a:srgbClr val="0D7528"/>
                  </a:gs>
                </a:gsLst>
                <a:lin ang="5400000" scaled="1"/>
              </a:gra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110642" tIns="55321" rIns="110642" bIns="55321" numCol="1" spcCol="0" rtlCol="0" fromWordArt="0" anchor="t" anchorCtr="0" forceAA="0" compatLnSpc="1">
                <a:noAutofit/>
              </a:bodyPr>
              <a:lstStyle/>
              <a:p>
                <a:pPr>
                  <a:defRPr/>
                </a:pPr>
                <a:endParaRPr lang="zh-CN" altLang="en-US" sz="3870">
                  <a:gradFill>
                    <a:gsLst>
                      <a:gs pos="13000">
                        <a:srgbClr val="36B43C"/>
                      </a:gs>
                      <a:gs pos="85000">
                        <a:srgbClr val="0D7528"/>
                      </a:gs>
                    </a:gsLst>
                    <a:lin ang="5400000" scaled="1"/>
                  </a:gradFill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</p:grpSp>
      </p:grpSp>
      <p:sp>
        <p:nvSpPr>
          <p:cNvPr id="1362" name="设计师康帅作品禁止倒卖19"/>
          <p:cNvSpPr/>
          <p:nvPr/>
        </p:nvSpPr>
        <p:spPr>
          <a:xfrm flipH="1">
            <a:off x="3972802" y="5005445"/>
            <a:ext cx="441817" cy="232372"/>
          </a:xfrm>
          <a:custGeom>
            <a:avLst/>
            <a:gdLst>
              <a:gd name="connsiteX0" fmla="*/ 0 w 957943"/>
              <a:gd name="connsiteY0" fmla="*/ 116114 h 290286"/>
              <a:gd name="connsiteX1" fmla="*/ 406400 w 957943"/>
              <a:gd name="connsiteY1" fmla="*/ 116114 h 290286"/>
              <a:gd name="connsiteX2" fmla="*/ 464457 w 957943"/>
              <a:gd name="connsiteY2" fmla="*/ 290286 h 290286"/>
              <a:gd name="connsiteX3" fmla="*/ 493485 w 957943"/>
              <a:gd name="connsiteY3" fmla="*/ 0 h 290286"/>
              <a:gd name="connsiteX4" fmla="*/ 580571 w 957943"/>
              <a:gd name="connsiteY4" fmla="*/ 159657 h 290286"/>
              <a:gd name="connsiteX5" fmla="*/ 957943 w 957943"/>
              <a:gd name="connsiteY5" fmla="*/ 159657 h 290286"/>
              <a:gd name="connsiteX0-1" fmla="*/ 0 w 957943"/>
              <a:gd name="connsiteY0-2" fmla="*/ 113733 h 287905"/>
              <a:gd name="connsiteX1-3" fmla="*/ 406400 w 957943"/>
              <a:gd name="connsiteY1-4" fmla="*/ 113733 h 287905"/>
              <a:gd name="connsiteX2-5" fmla="*/ 464457 w 957943"/>
              <a:gd name="connsiteY2-6" fmla="*/ 287905 h 287905"/>
              <a:gd name="connsiteX3-7" fmla="*/ 519679 w 957943"/>
              <a:gd name="connsiteY3-8" fmla="*/ 0 h 287905"/>
              <a:gd name="connsiteX4-9" fmla="*/ 580571 w 957943"/>
              <a:gd name="connsiteY4-10" fmla="*/ 157276 h 287905"/>
              <a:gd name="connsiteX5-11" fmla="*/ 957943 w 957943"/>
              <a:gd name="connsiteY5-12" fmla="*/ 157276 h 287905"/>
              <a:gd name="connsiteX0-13" fmla="*/ 0 w 1036525"/>
              <a:gd name="connsiteY0-14" fmla="*/ 113733 h 287905"/>
              <a:gd name="connsiteX1-15" fmla="*/ 406400 w 1036525"/>
              <a:gd name="connsiteY1-16" fmla="*/ 113733 h 287905"/>
              <a:gd name="connsiteX2-17" fmla="*/ 464457 w 1036525"/>
              <a:gd name="connsiteY2-18" fmla="*/ 287905 h 287905"/>
              <a:gd name="connsiteX3-19" fmla="*/ 519679 w 1036525"/>
              <a:gd name="connsiteY3-20" fmla="*/ 0 h 287905"/>
              <a:gd name="connsiteX4-21" fmla="*/ 580571 w 1036525"/>
              <a:gd name="connsiteY4-22" fmla="*/ 157276 h 287905"/>
              <a:gd name="connsiteX5-23" fmla="*/ 1036525 w 1036525"/>
              <a:gd name="connsiteY5-24" fmla="*/ 154895 h 287905"/>
              <a:gd name="connsiteX0-25" fmla="*/ 0 w 893650"/>
              <a:gd name="connsiteY0-26" fmla="*/ 113733 h 287905"/>
              <a:gd name="connsiteX1-27" fmla="*/ 263525 w 893650"/>
              <a:gd name="connsiteY1-28" fmla="*/ 113733 h 287905"/>
              <a:gd name="connsiteX2-29" fmla="*/ 321582 w 893650"/>
              <a:gd name="connsiteY2-30" fmla="*/ 287905 h 287905"/>
              <a:gd name="connsiteX3-31" fmla="*/ 376804 w 893650"/>
              <a:gd name="connsiteY3-32" fmla="*/ 0 h 287905"/>
              <a:gd name="connsiteX4-33" fmla="*/ 437696 w 893650"/>
              <a:gd name="connsiteY4-34" fmla="*/ 157276 h 287905"/>
              <a:gd name="connsiteX5-35" fmla="*/ 893650 w 893650"/>
              <a:gd name="connsiteY5-36" fmla="*/ 154895 h 287905"/>
              <a:gd name="connsiteX0-37" fmla="*/ 0 w 1184162"/>
              <a:gd name="connsiteY0-38" fmla="*/ 113733 h 287905"/>
              <a:gd name="connsiteX1-39" fmla="*/ 263525 w 1184162"/>
              <a:gd name="connsiteY1-40" fmla="*/ 113733 h 287905"/>
              <a:gd name="connsiteX2-41" fmla="*/ 321582 w 1184162"/>
              <a:gd name="connsiteY2-42" fmla="*/ 287905 h 287905"/>
              <a:gd name="connsiteX3-43" fmla="*/ 376804 w 1184162"/>
              <a:gd name="connsiteY3-44" fmla="*/ 0 h 287905"/>
              <a:gd name="connsiteX4-45" fmla="*/ 437696 w 1184162"/>
              <a:gd name="connsiteY4-46" fmla="*/ 157276 h 287905"/>
              <a:gd name="connsiteX5-47" fmla="*/ 1184162 w 1184162"/>
              <a:gd name="connsiteY5-48" fmla="*/ 154895 h 287905"/>
              <a:gd name="connsiteX0-49" fmla="*/ 0 w 1198450"/>
              <a:gd name="connsiteY0-50" fmla="*/ 144690 h 287905"/>
              <a:gd name="connsiteX1-51" fmla="*/ 277813 w 1198450"/>
              <a:gd name="connsiteY1-52" fmla="*/ 113733 h 287905"/>
              <a:gd name="connsiteX2-53" fmla="*/ 335870 w 1198450"/>
              <a:gd name="connsiteY2-54" fmla="*/ 287905 h 287905"/>
              <a:gd name="connsiteX3-55" fmla="*/ 391092 w 1198450"/>
              <a:gd name="connsiteY3-56" fmla="*/ 0 h 287905"/>
              <a:gd name="connsiteX4-57" fmla="*/ 451984 w 1198450"/>
              <a:gd name="connsiteY4-58" fmla="*/ 157276 h 287905"/>
              <a:gd name="connsiteX5-59" fmla="*/ 1198450 w 1198450"/>
              <a:gd name="connsiteY5-60" fmla="*/ 154895 h 287905"/>
              <a:gd name="connsiteX0-61" fmla="*/ 0 w 1198450"/>
              <a:gd name="connsiteY0-62" fmla="*/ 144690 h 287905"/>
              <a:gd name="connsiteX1-63" fmla="*/ 292100 w 1198450"/>
              <a:gd name="connsiteY1-64" fmla="*/ 139926 h 287905"/>
              <a:gd name="connsiteX2-65" fmla="*/ 335870 w 1198450"/>
              <a:gd name="connsiteY2-66" fmla="*/ 287905 h 287905"/>
              <a:gd name="connsiteX3-67" fmla="*/ 391092 w 1198450"/>
              <a:gd name="connsiteY3-68" fmla="*/ 0 h 287905"/>
              <a:gd name="connsiteX4-69" fmla="*/ 451984 w 1198450"/>
              <a:gd name="connsiteY4-70" fmla="*/ 157276 h 287905"/>
              <a:gd name="connsiteX5-71" fmla="*/ 1198450 w 1198450"/>
              <a:gd name="connsiteY5-72" fmla="*/ 154895 h 287905"/>
              <a:gd name="connsiteX0-73" fmla="*/ 0 w 1198450"/>
              <a:gd name="connsiteY0-74" fmla="*/ 135165 h 287905"/>
              <a:gd name="connsiteX1-75" fmla="*/ 292100 w 1198450"/>
              <a:gd name="connsiteY1-76" fmla="*/ 139926 h 287905"/>
              <a:gd name="connsiteX2-77" fmla="*/ 335870 w 1198450"/>
              <a:gd name="connsiteY2-78" fmla="*/ 287905 h 287905"/>
              <a:gd name="connsiteX3-79" fmla="*/ 391092 w 1198450"/>
              <a:gd name="connsiteY3-80" fmla="*/ 0 h 287905"/>
              <a:gd name="connsiteX4-81" fmla="*/ 451984 w 1198450"/>
              <a:gd name="connsiteY4-82" fmla="*/ 157276 h 287905"/>
              <a:gd name="connsiteX5-83" fmla="*/ 1198450 w 1198450"/>
              <a:gd name="connsiteY5-84" fmla="*/ 154895 h 287905"/>
              <a:gd name="connsiteX0-85" fmla="*/ 0 w 1198450"/>
              <a:gd name="connsiteY0-86" fmla="*/ 142309 h 287905"/>
              <a:gd name="connsiteX1-87" fmla="*/ 292100 w 1198450"/>
              <a:gd name="connsiteY1-88" fmla="*/ 139926 h 287905"/>
              <a:gd name="connsiteX2-89" fmla="*/ 335870 w 1198450"/>
              <a:gd name="connsiteY2-90" fmla="*/ 287905 h 287905"/>
              <a:gd name="connsiteX3-91" fmla="*/ 391092 w 1198450"/>
              <a:gd name="connsiteY3-92" fmla="*/ 0 h 287905"/>
              <a:gd name="connsiteX4-93" fmla="*/ 451984 w 1198450"/>
              <a:gd name="connsiteY4-94" fmla="*/ 157276 h 287905"/>
              <a:gd name="connsiteX5-95" fmla="*/ 1198450 w 1198450"/>
              <a:gd name="connsiteY5-96" fmla="*/ 154895 h 287905"/>
              <a:gd name="connsiteX0-97" fmla="*/ 0 w 1196068"/>
              <a:gd name="connsiteY0-98" fmla="*/ 137546 h 287905"/>
              <a:gd name="connsiteX1-99" fmla="*/ 289718 w 1196068"/>
              <a:gd name="connsiteY1-100" fmla="*/ 139926 h 287905"/>
              <a:gd name="connsiteX2-101" fmla="*/ 333488 w 1196068"/>
              <a:gd name="connsiteY2-102" fmla="*/ 287905 h 287905"/>
              <a:gd name="connsiteX3-103" fmla="*/ 388710 w 1196068"/>
              <a:gd name="connsiteY3-104" fmla="*/ 0 h 287905"/>
              <a:gd name="connsiteX4-105" fmla="*/ 449602 w 1196068"/>
              <a:gd name="connsiteY4-106" fmla="*/ 157276 h 287905"/>
              <a:gd name="connsiteX5-107" fmla="*/ 1196068 w 1196068"/>
              <a:gd name="connsiteY5-108" fmla="*/ 154895 h 287905"/>
              <a:gd name="connsiteX0-109" fmla="*/ 0 w 1128240"/>
              <a:gd name="connsiteY0-110" fmla="*/ 137547 h 287905"/>
              <a:gd name="connsiteX1-111" fmla="*/ 221890 w 1128240"/>
              <a:gd name="connsiteY1-112" fmla="*/ 139926 h 287905"/>
              <a:gd name="connsiteX2-113" fmla="*/ 265660 w 1128240"/>
              <a:gd name="connsiteY2-114" fmla="*/ 287905 h 287905"/>
              <a:gd name="connsiteX3-115" fmla="*/ 320882 w 1128240"/>
              <a:gd name="connsiteY3-116" fmla="*/ 0 h 287905"/>
              <a:gd name="connsiteX4-117" fmla="*/ 381774 w 1128240"/>
              <a:gd name="connsiteY4-118" fmla="*/ 157276 h 287905"/>
              <a:gd name="connsiteX5-119" fmla="*/ 1128240 w 1128240"/>
              <a:gd name="connsiteY5-120" fmla="*/ 154895 h 28790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128240" h="287905">
                <a:moveTo>
                  <a:pt x="0" y="137547"/>
                </a:moveTo>
                <a:lnTo>
                  <a:pt x="221890" y="139926"/>
                </a:lnTo>
                <a:lnTo>
                  <a:pt x="265660" y="287905"/>
                </a:lnTo>
                <a:lnTo>
                  <a:pt x="320882" y="0"/>
                </a:lnTo>
                <a:lnTo>
                  <a:pt x="381774" y="157276"/>
                </a:lnTo>
                <a:lnTo>
                  <a:pt x="1128240" y="154895"/>
                </a:lnTo>
              </a:path>
            </a:pathLst>
          </a:custGeom>
          <a:noFill/>
          <a:ln w="19050" cap="flat" cmpd="sng" algn="ctr">
            <a:gradFill>
              <a:gsLst>
                <a:gs pos="0">
                  <a:schemeClr val="accent1"/>
                </a:gs>
                <a:gs pos="44000">
                  <a:schemeClr val="accent1">
                    <a:lumMod val="20000"/>
                    <a:lumOff val="80000"/>
                  </a:schemeClr>
                </a:gs>
                <a:gs pos="89000">
                  <a:schemeClr val="accent2">
                    <a:alpha val="0"/>
                  </a:schemeClr>
                </a:gs>
              </a:gsLst>
              <a:lin ang="0" scaled="0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sz="1600" kern="0" dirty="0">
              <a:solidFill>
                <a:srgbClr val="FFFFFF"/>
              </a:solidFill>
              <a:latin typeface="Arial" panose="020B0604020202020204"/>
              <a:ea typeface="HarmonyOS Sans SC"/>
            </a:endParaRPr>
          </a:p>
        </p:txBody>
      </p:sp>
      <p:sp>
        <p:nvSpPr>
          <p:cNvPr id="1363" name="设计师康帅作品禁止倒卖19+"/>
          <p:cNvSpPr/>
          <p:nvPr/>
        </p:nvSpPr>
        <p:spPr>
          <a:xfrm flipH="1">
            <a:off x="7784334" y="5005445"/>
            <a:ext cx="441817" cy="232372"/>
          </a:xfrm>
          <a:custGeom>
            <a:avLst/>
            <a:gdLst>
              <a:gd name="connsiteX0" fmla="*/ 0 w 957943"/>
              <a:gd name="connsiteY0" fmla="*/ 116114 h 290286"/>
              <a:gd name="connsiteX1" fmla="*/ 406400 w 957943"/>
              <a:gd name="connsiteY1" fmla="*/ 116114 h 290286"/>
              <a:gd name="connsiteX2" fmla="*/ 464457 w 957943"/>
              <a:gd name="connsiteY2" fmla="*/ 290286 h 290286"/>
              <a:gd name="connsiteX3" fmla="*/ 493485 w 957943"/>
              <a:gd name="connsiteY3" fmla="*/ 0 h 290286"/>
              <a:gd name="connsiteX4" fmla="*/ 580571 w 957943"/>
              <a:gd name="connsiteY4" fmla="*/ 159657 h 290286"/>
              <a:gd name="connsiteX5" fmla="*/ 957943 w 957943"/>
              <a:gd name="connsiteY5" fmla="*/ 159657 h 290286"/>
              <a:gd name="connsiteX0-1" fmla="*/ 0 w 957943"/>
              <a:gd name="connsiteY0-2" fmla="*/ 113733 h 287905"/>
              <a:gd name="connsiteX1-3" fmla="*/ 406400 w 957943"/>
              <a:gd name="connsiteY1-4" fmla="*/ 113733 h 287905"/>
              <a:gd name="connsiteX2-5" fmla="*/ 464457 w 957943"/>
              <a:gd name="connsiteY2-6" fmla="*/ 287905 h 287905"/>
              <a:gd name="connsiteX3-7" fmla="*/ 519679 w 957943"/>
              <a:gd name="connsiteY3-8" fmla="*/ 0 h 287905"/>
              <a:gd name="connsiteX4-9" fmla="*/ 580571 w 957943"/>
              <a:gd name="connsiteY4-10" fmla="*/ 157276 h 287905"/>
              <a:gd name="connsiteX5-11" fmla="*/ 957943 w 957943"/>
              <a:gd name="connsiteY5-12" fmla="*/ 157276 h 287905"/>
              <a:gd name="connsiteX0-13" fmla="*/ 0 w 1036525"/>
              <a:gd name="connsiteY0-14" fmla="*/ 113733 h 287905"/>
              <a:gd name="connsiteX1-15" fmla="*/ 406400 w 1036525"/>
              <a:gd name="connsiteY1-16" fmla="*/ 113733 h 287905"/>
              <a:gd name="connsiteX2-17" fmla="*/ 464457 w 1036525"/>
              <a:gd name="connsiteY2-18" fmla="*/ 287905 h 287905"/>
              <a:gd name="connsiteX3-19" fmla="*/ 519679 w 1036525"/>
              <a:gd name="connsiteY3-20" fmla="*/ 0 h 287905"/>
              <a:gd name="connsiteX4-21" fmla="*/ 580571 w 1036525"/>
              <a:gd name="connsiteY4-22" fmla="*/ 157276 h 287905"/>
              <a:gd name="connsiteX5-23" fmla="*/ 1036525 w 1036525"/>
              <a:gd name="connsiteY5-24" fmla="*/ 154895 h 287905"/>
              <a:gd name="connsiteX0-25" fmla="*/ 0 w 893650"/>
              <a:gd name="connsiteY0-26" fmla="*/ 113733 h 287905"/>
              <a:gd name="connsiteX1-27" fmla="*/ 263525 w 893650"/>
              <a:gd name="connsiteY1-28" fmla="*/ 113733 h 287905"/>
              <a:gd name="connsiteX2-29" fmla="*/ 321582 w 893650"/>
              <a:gd name="connsiteY2-30" fmla="*/ 287905 h 287905"/>
              <a:gd name="connsiteX3-31" fmla="*/ 376804 w 893650"/>
              <a:gd name="connsiteY3-32" fmla="*/ 0 h 287905"/>
              <a:gd name="connsiteX4-33" fmla="*/ 437696 w 893650"/>
              <a:gd name="connsiteY4-34" fmla="*/ 157276 h 287905"/>
              <a:gd name="connsiteX5-35" fmla="*/ 893650 w 893650"/>
              <a:gd name="connsiteY5-36" fmla="*/ 154895 h 287905"/>
              <a:gd name="connsiteX0-37" fmla="*/ 0 w 1184162"/>
              <a:gd name="connsiteY0-38" fmla="*/ 113733 h 287905"/>
              <a:gd name="connsiteX1-39" fmla="*/ 263525 w 1184162"/>
              <a:gd name="connsiteY1-40" fmla="*/ 113733 h 287905"/>
              <a:gd name="connsiteX2-41" fmla="*/ 321582 w 1184162"/>
              <a:gd name="connsiteY2-42" fmla="*/ 287905 h 287905"/>
              <a:gd name="connsiteX3-43" fmla="*/ 376804 w 1184162"/>
              <a:gd name="connsiteY3-44" fmla="*/ 0 h 287905"/>
              <a:gd name="connsiteX4-45" fmla="*/ 437696 w 1184162"/>
              <a:gd name="connsiteY4-46" fmla="*/ 157276 h 287905"/>
              <a:gd name="connsiteX5-47" fmla="*/ 1184162 w 1184162"/>
              <a:gd name="connsiteY5-48" fmla="*/ 154895 h 287905"/>
              <a:gd name="connsiteX0-49" fmla="*/ 0 w 1198450"/>
              <a:gd name="connsiteY0-50" fmla="*/ 144690 h 287905"/>
              <a:gd name="connsiteX1-51" fmla="*/ 277813 w 1198450"/>
              <a:gd name="connsiteY1-52" fmla="*/ 113733 h 287905"/>
              <a:gd name="connsiteX2-53" fmla="*/ 335870 w 1198450"/>
              <a:gd name="connsiteY2-54" fmla="*/ 287905 h 287905"/>
              <a:gd name="connsiteX3-55" fmla="*/ 391092 w 1198450"/>
              <a:gd name="connsiteY3-56" fmla="*/ 0 h 287905"/>
              <a:gd name="connsiteX4-57" fmla="*/ 451984 w 1198450"/>
              <a:gd name="connsiteY4-58" fmla="*/ 157276 h 287905"/>
              <a:gd name="connsiteX5-59" fmla="*/ 1198450 w 1198450"/>
              <a:gd name="connsiteY5-60" fmla="*/ 154895 h 287905"/>
              <a:gd name="connsiteX0-61" fmla="*/ 0 w 1198450"/>
              <a:gd name="connsiteY0-62" fmla="*/ 144690 h 287905"/>
              <a:gd name="connsiteX1-63" fmla="*/ 292100 w 1198450"/>
              <a:gd name="connsiteY1-64" fmla="*/ 139926 h 287905"/>
              <a:gd name="connsiteX2-65" fmla="*/ 335870 w 1198450"/>
              <a:gd name="connsiteY2-66" fmla="*/ 287905 h 287905"/>
              <a:gd name="connsiteX3-67" fmla="*/ 391092 w 1198450"/>
              <a:gd name="connsiteY3-68" fmla="*/ 0 h 287905"/>
              <a:gd name="connsiteX4-69" fmla="*/ 451984 w 1198450"/>
              <a:gd name="connsiteY4-70" fmla="*/ 157276 h 287905"/>
              <a:gd name="connsiteX5-71" fmla="*/ 1198450 w 1198450"/>
              <a:gd name="connsiteY5-72" fmla="*/ 154895 h 287905"/>
              <a:gd name="connsiteX0-73" fmla="*/ 0 w 1198450"/>
              <a:gd name="connsiteY0-74" fmla="*/ 135165 h 287905"/>
              <a:gd name="connsiteX1-75" fmla="*/ 292100 w 1198450"/>
              <a:gd name="connsiteY1-76" fmla="*/ 139926 h 287905"/>
              <a:gd name="connsiteX2-77" fmla="*/ 335870 w 1198450"/>
              <a:gd name="connsiteY2-78" fmla="*/ 287905 h 287905"/>
              <a:gd name="connsiteX3-79" fmla="*/ 391092 w 1198450"/>
              <a:gd name="connsiteY3-80" fmla="*/ 0 h 287905"/>
              <a:gd name="connsiteX4-81" fmla="*/ 451984 w 1198450"/>
              <a:gd name="connsiteY4-82" fmla="*/ 157276 h 287905"/>
              <a:gd name="connsiteX5-83" fmla="*/ 1198450 w 1198450"/>
              <a:gd name="connsiteY5-84" fmla="*/ 154895 h 287905"/>
              <a:gd name="connsiteX0-85" fmla="*/ 0 w 1198450"/>
              <a:gd name="connsiteY0-86" fmla="*/ 142309 h 287905"/>
              <a:gd name="connsiteX1-87" fmla="*/ 292100 w 1198450"/>
              <a:gd name="connsiteY1-88" fmla="*/ 139926 h 287905"/>
              <a:gd name="connsiteX2-89" fmla="*/ 335870 w 1198450"/>
              <a:gd name="connsiteY2-90" fmla="*/ 287905 h 287905"/>
              <a:gd name="connsiteX3-91" fmla="*/ 391092 w 1198450"/>
              <a:gd name="connsiteY3-92" fmla="*/ 0 h 287905"/>
              <a:gd name="connsiteX4-93" fmla="*/ 451984 w 1198450"/>
              <a:gd name="connsiteY4-94" fmla="*/ 157276 h 287905"/>
              <a:gd name="connsiteX5-95" fmla="*/ 1198450 w 1198450"/>
              <a:gd name="connsiteY5-96" fmla="*/ 154895 h 287905"/>
              <a:gd name="connsiteX0-97" fmla="*/ 0 w 1196068"/>
              <a:gd name="connsiteY0-98" fmla="*/ 137546 h 287905"/>
              <a:gd name="connsiteX1-99" fmla="*/ 289718 w 1196068"/>
              <a:gd name="connsiteY1-100" fmla="*/ 139926 h 287905"/>
              <a:gd name="connsiteX2-101" fmla="*/ 333488 w 1196068"/>
              <a:gd name="connsiteY2-102" fmla="*/ 287905 h 287905"/>
              <a:gd name="connsiteX3-103" fmla="*/ 388710 w 1196068"/>
              <a:gd name="connsiteY3-104" fmla="*/ 0 h 287905"/>
              <a:gd name="connsiteX4-105" fmla="*/ 449602 w 1196068"/>
              <a:gd name="connsiteY4-106" fmla="*/ 157276 h 287905"/>
              <a:gd name="connsiteX5-107" fmla="*/ 1196068 w 1196068"/>
              <a:gd name="connsiteY5-108" fmla="*/ 154895 h 287905"/>
              <a:gd name="connsiteX0-109" fmla="*/ 0 w 1128240"/>
              <a:gd name="connsiteY0-110" fmla="*/ 137547 h 287905"/>
              <a:gd name="connsiteX1-111" fmla="*/ 221890 w 1128240"/>
              <a:gd name="connsiteY1-112" fmla="*/ 139926 h 287905"/>
              <a:gd name="connsiteX2-113" fmla="*/ 265660 w 1128240"/>
              <a:gd name="connsiteY2-114" fmla="*/ 287905 h 287905"/>
              <a:gd name="connsiteX3-115" fmla="*/ 320882 w 1128240"/>
              <a:gd name="connsiteY3-116" fmla="*/ 0 h 287905"/>
              <a:gd name="connsiteX4-117" fmla="*/ 381774 w 1128240"/>
              <a:gd name="connsiteY4-118" fmla="*/ 157276 h 287905"/>
              <a:gd name="connsiteX5-119" fmla="*/ 1128240 w 1128240"/>
              <a:gd name="connsiteY5-120" fmla="*/ 154895 h 28790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128240" h="287905">
                <a:moveTo>
                  <a:pt x="0" y="137547"/>
                </a:moveTo>
                <a:lnTo>
                  <a:pt x="221890" y="139926"/>
                </a:lnTo>
                <a:lnTo>
                  <a:pt x="265660" y="287905"/>
                </a:lnTo>
                <a:lnTo>
                  <a:pt x="320882" y="0"/>
                </a:lnTo>
                <a:lnTo>
                  <a:pt x="381774" y="157276"/>
                </a:lnTo>
                <a:lnTo>
                  <a:pt x="1128240" y="154895"/>
                </a:lnTo>
              </a:path>
            </a:pathLst>
          </a:custGeom>
          <a:noFill/>
          <a:ln w="19050" cap="flat" cmpd="sng" algn="ctr">
            <a:gradFill>
              <a:gsLst>
                <a:gs pos="0">
                  <a:schemeClr val="accent1"/>
                </a:gs>
                <a:gs pos="44000">
                  <a:schemeClr val="accent1">
                    <a:lumMod val="20000"/>
                    <a:lumOff val="80000"/>
                  </a:schemeClr>
                </a:gs>
                <a:gs pos="89000">
                  <a:schemeClr val="accent2">
                    <a:alpha val="0"/>
                  </a:schemeClr>
                </a:gs>
              </a:gsLst>
              <a:lin ang="0" scaled="0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sz="1600" kern="0" dirty="0">
              <a:solidFill>
                <a:srgbClr val="FFFFFF"/>
              </a:solidFill>
              <a:latin typeface="Arial" panose="020B0604020202020204"/>
              <a:ea typeface="HarmonyOS Sans SC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931605" y="6043965"/>
            <a:ext cx="10328790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已有成果——用数据说话</a:t>
            </a:r>
            <a:endParaRPr lang="en-US" sz="3600">
              <a:solidFill>
                <a:schemeClr val="bg1"/>
              </a:solidFill>
            </a:endParaRPr>
          </a:p>
          <a:p>
            <a:pPr algn="ctr">
              <a:defRPr/>
            </a:pPr>
            <a:endParaRPr lang="en-US" altLang="en-US" sz="3600" kern="0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sym typeface="OPPOSans H" panose="00020600040101010101" pitchFamily="18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1ED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文本框 12"/>
          <p:cNvSpPr txBox="1"/>
          <p:nvPr/>
        </p:nvSpPr>
        <p:spPr>
          <a:xfrm>
            <a:off x="1876425" y="1227455"/>
            <a:ext cx="8361680" cy="10655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3825" b="1">
                <a:solidFill>
                  <a:srgbClr val="750808"/>
                </a:solidFill>
                <a:latin typeface="Noto Sans SC" panose="020B0200000000000000" charset="-122"/>
                <a:ea typeface="Noto Sans SC" panose="020B0200000000000000" charset="-122"/>
                <a:sym typeface="+mn-ea"/>
              </a:rPr>
              <a:t>让每一份善意,都成为乡村振兴的星火</a:t>
            </a:r>
            <a:endParaRPr lang="zh-CN" altLang="en-US" sz="3825" b="1">
              <a:solidFill>
                <a:srgbClr val="750808"/>
              </a:solidFill>
              <a:latin typeface="Noto Sans SC" panose="020B0200000000000000" charset="-122"/>
              <a:ea typeface="Noto Sans SC" panose="020B0200000000000000" charset="-122"/>
              <a:sym typeface="+mn-ea"/>
            </a:endParaRPr>
          </a:p>
        </p:txBody>
      </p:sp>
      <p:pic>
        <p:nvPicPr>
          <p:cNvPr id="14" name="Picture 3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6577" y="2663761"/>
            <a:ext cx="6987204" cy="2408396"/>
          </a:xfrm>
          <a:prstGeom prst="rect">
            <a:avLst/>
          </a:prstGeom>
        </p:spPr>
      </p:pic>
      <p:pic>
        <p:nvPicPr>
          <p:cNvPr id="15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9360" y="2780919"/>
            <a:ext cx="2016507" cy="2064067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1432560" y="5244465"/>
            <a:ext cx="9443085" cy="6845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sz="2025">
                <a:solidFill>
                  <a:srgbClr val="1A1816"/>
                </a:solidFill>
                <a:latin typeface="Noto Sans SC" panose="020B0200000000000000" charset="-122"/>
                <a:ea typeface="Noto Sans SC" panose="020B0200000000000000" charset="-122"/>
                <a:sym typeface="+mn-ea"/>
              </a:rPr>
              <a:t>谢谢:江西财经大学、富田镇政府、东固平民银行旧址管委会、省青志协等</a:t>
            </a:r>
            <a:endParaRPr lang="zh-CN" altLang="en-US" sz="2025">
              <a:solidFill>
                <a:srgbClr val="1A1816"/>
              </a:solidFill>
              <a:latin typeface="Noto Sans SC" panose="020B0200000000000000" charset="-122"/>
              <a:ea typeface="Noto Sans SC" panose="020B0200000000000000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365750" y="805815"/>
            <a:ext cx="1177290" cy="304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sz="2400">
                <a:solidFill>
                  <a:srgbClr val="771210"/>
                </a:solidFill>
                <a:latin typeface="Noto Sans SC" panose="020B0200000000000000" charset="-122"/>
                <a:ea typeface="Noto Sans SC" panose="020B0200000000000000" charset="-122"/>
                <a:sym typeface="+mn-ea"/>
              </a:rPr>
              <a:t>愿景</a:t>
            </a:r>
            <a:endParaRPr lang="zh-CN" altLang="en-US" sz="2400">
              <a:solidFill>
                <a:srgbClr val="771210"/>
              </a:solidFill>
              <a:latin typeface="Noto Sans SC" panose="020B0200000000000000" charset="-122"/>
              <a:ea typeface="Noto Sans SC" panose="020B0200000000000000" charset="-122"/>
              <a:sym typeface="+mn-ea"/>
            </a:endParaRPr>
          </a:p>
        </p:txBody>
      </p:sp>
      <p:pic>
        <p:nvPicPr>
          <p:cNvPr id="19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4555" y="1023938"/>
            <a:ext cx="1739645" cy="81024"/>
          </a:xfrm>
          <a:prstGeom prst="rect">
            <a:avLst/>
          </a:prstGeom>
        </p:spPr>
      </p:pic>
      <p:pic>
        <p:nvPicPr>
          <p:cNvPr id="20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4122" y="1025175"/>
            <a:ext cx="1819973" cy="85534"/>
          </a:xfrm>
          <a:prstGeom prst="rect">
            <a:avLst/>
          </a:prstGeom>
        </p:spPr>
      </p:pic>
      <p:pic>
        <p:nvPicPr>
          <p:cNvPr id="21" name="图片 32" descr="图片包含 房间, 橙子, 大, 灯光&#10;&#10;描述已自动生成"/>
          <p:cNvPicPr>
            <a:picLocks noChangeAspect="1"/>
          </p:cNvPicPr>
          <p:nvPr/>
        </p:nvPicPr>
        <p:blipFill rotWithShape="1">
          <a:blip r:embed="rId5"/>
          <a:srcRect l="37641" b="18244"/>
          <a:stretch>
            <a:fillRect/>
          </a:stretch>
        </p:blipFill>
        <p:spPr>
          <a:xfrm>
            <a:off x="0" y="4061254"/>
            <a:ext cx="12192000" cy="2796746"/>
          </a:xfrm>
          <a:custGeom>
            <a:avLst/>
            <a:gdLst>
              <a:gd name="connsiteX0" fmla="*/ 0 w 10363200"/>
              <a:gd name="connsiteY0" fmla="*/ 0 h 2313054"/>
              <a:gd name="connsiteX1" fmla="*/ 10363200 w 10363200"/>
              <a:gd name="connsiteY1" fmla="*/ 0 h 2313054"/>
              <a:gd name="connsiteX2" fmla="*/ 10363200 w 10363200"/>
              <a:gd name="connsiteY2" fmla="*/ 2313054 h 2313054"/>
              <a:gd name="connsiteX3" fmla="*/ 0 w 10363200"/>
              <a:gd name="connsiteY3" fmla="*/ 2313054 h 2313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63200" h="2313054">
                <a:moveTo>
                  <a:pt x="0" y="0"/>
                </a:moveTo>
                <a:lnTo>
                  <a:pt x="10363200" y="0"/>
                </a:lnTo>
                <a:lnTo>
                  <a:pt x="10363200" y="2313054"/>
                </a:lnTo>
                <a:lnTo>
                  <a:pt x="0" y="2313054"/>
                </a:lnTo>
                <a:close/>
              </a:path>
            </a:pathLst>
          </a:custGeom>
          <a:noFill/>
          <a:effectLst>
            <a:outerShdw blurRad="254000" dist="38100" dir="16200000" rotWithShape="0">
              <a:schemeClr val="accent1">
                <a:lumMod val="50000"/>
                <a:alpha val="40000"/>
              </a:schemeClr>
            </a:outerShdw>
          </a:effectLst>
        </p:spPr>
      </p:pic>
      <p:pic>
        <p:nvPicPr>
          <p:cNvPr id="22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35"/>
            <a:ext cx="1983740" cy="1878330"/>
          </a:xfrm>
          <a:prstGeom prst="rect">
            <a:avLst/>
          </a:prstGeom>
        </p:spPr>
      </p:pic>
      <p:pic>
        <p:nvPicPr>
          <p:cNvPr id="23" name="Picture 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87305" y="1270"/>
            <a:ext cx="2004695" cy="1916430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DIAGRAM_VIRTUALLY_FRAME" val="{&quot;height&quot;:280,&quot;left&quot;:60,&quot;top&quot;:130,&quot;width&quot;:840}"/>
</p:tagLst>
</file>

<file path=ppt/tags/tag64.xml><?xml version="1.0" encoding="utf-8"?>
<p:tagLst xmlns:p="http://schemas.openxmlformats.org/presentationml/2006/main">
  <p:tag name="KSO_WM_DIAGRAM_VIRTUALLY_FRAME" val="{&quot;height&quot;:280,&quot;left&quot;:60,&quot;top&quot;:130,&quot;width&quot;:840}"/>
</p:tagLst>
</file>

<file path=ppt/tags/tag65.xml><?xml version="1.0" encoding="utf-8"?>
<p:tagLst xmlns:p="http://schemas.openxmlformats.org/presentationml/2006/main">
  <p:tag name="KSO_WM_DIAGRAM_VIRTUALLY_FRAME" val="{&quot;height&quot;:280,&quot;left&quot;:60,&quot;top&quot;:130,&quot;width&quot;:840}"/>
</p:tagLst>
</file>

<file path=ppt/tags/tag66.xml><?xml version="1.0" encoding="utf-8"?>
<p:tagLst xmlns:p="http://schemas.openxmlformats.org/presentationml/2006/main">
  <p:tag name="KSO_WM_DIAGRAM_VIRTUALLY_FRAME" val="{&quot;height&quot;:280,&quot;left&quot;:60,&quot;top&quot;:130,&quot;width&quot;:840}"/>
</p:tagLst>
</file>

<file path=ppt/tags/tag67.xml><?xml version="1.0" encoding="utf-8"?>
<p:tagLst xmlns:p="http://schemas.openxmlformats.org/presentationml/2006/main">
  <p:tag name="KSO_WM_DIAGRAM_VIRTUALLY_FRAME" val="{&quot;height&quot;:280,&quot;left&quot;:60,&quot;top&quot;:130,&quot;width&quot;:840}"/>
</p:tagLst>
</file>

<file path=ppt/tags/tag68.xml><?xml version="1.0" encoding="utf-8"?>
<p:tagLst xmlns:p="http://schemas.openxmlformats.org/presentationml/2006/main">
  <p:tag name="KSO_WM_DIAGRAM_VIRTUALLY_FRAME" val="{&quot;height&quot;:280,&quot;left&quot;:60,&quot;top&quot;:130,&quot;width&quot;:840}"/>
</p:tagLst>
</file>

<file path=ppt/tags/tag69.xml><?xml version="1.0" encoding="utf-8"?>
<p:tagLst xmlns:p="http://schemas.openxmlformats.org/presentationml/2006/main">
  <p:tag name="KSO_WM_DIAGRAM_VIRTUALLY_FRAME" val="{&quot;height&quot;:280,&quot;left&quot;:60,&quot;top&quot;:130,&quot;width&quot;:840}"/>
</p:tagLst>
</file>

<file path=ppt/tags/tag70.xml><?xml version="1.0" encoding="utf-8"?>
<p:tagLst xmlns:p="http://schemas.openxmlformats.org/presentationml/2006/main">
  <p:tag name="KSO_WM_DIAGRAM_VIRTUALLY_FRAME" val="{&quot;height&quot;:280,&quot;left&quot;:60,&quot;top&quot;:130,&quot;width&quot;:840}"/>
</p:tagLst>
</file>

<file path=ppt/tags/tag71.xml><?xml version="1.0" encoding="utf-8"?>
<p:tagLst xmlns:p="http://schemas.openxmlformats.org/presentationml/2006/main">
  <p:tag name="KSO_WM_DIAGRAM_VIRTUALLY_FRAME" val="{&quot;height&quot;:280,&quot;left&quot;:60,&quot;top&quot;:130,&quot;width&quot;:840}"/>
</p:tagLst>
</file>

<file path=ppt/tags/tag72.xml><?xml version="1.0" encoding="utf-8"?>
<p:tagLst xmlns:p="http://schemas.openxmlformats.org/presentationml/2006/main">
  <p:tag name="KSO_WM_DIAGRAM_VIRTUALLY_FRAME" val="{&quot;height&quot;:280,&quot;left&quot;:60,&quot;top&quot;:130,&quot;width&quot;:840}"/>
</p:tagLst>
</file>

<file path=ppt/tags/tag73.xml><?xml version="1.0" encoding="utf-8"?>
<p:tagLst xmlns:p="http://schemas.openxmlformats.org/presentationml/2006/main">
  <p:tag name="KSO_WM_DIAGRAM_VIRTUALLY_FRAME" val="{&quot;height&quot;:280,&quot;left&quot;:60,&quot;top&quot;:130,&quot;width&quot;:840}"/>
</p:tagLst>
</file>

<file path=ppt/tags/tag74.xml><?xml version="1.0" encoding="utf-8"?>
<p:tagLst xmlns:p="http://schemas.openxmlformats.org/presentationml/2006/main">
  <p:tag name="KSO_WM_DIAGRAM_VIRTUALLY_FRAME" val="{&quot;height&quot;:280,&quot;left&quot;:60,&quot;top&quot;:130,&quot;width&quot;:840}"/>
</p:tagLst>
</file>

<file path=ppt/tags/tag75.xml><?xml version="1.0" encoding="utf-8"?>
<p:tagLst xmlns:p="http://schemas.openxmlformats.org/presentationml/2006/main">
  <p:tag name="PA" val="v5.2.4"/>
</p:tagLst>
</file>

<file path=ppt/tags/tag76.xml><?xml version="1.0" encoding="utf-8"?>
<p:tagLst xmlns:p="http://schemas.openxmlformats.org/presentationml/2006/main">
  <p:tag name="PA" val="v5.2.4"/>
</p:tagLst>
</file>

<file path=ppt/tags/tag77.xml><?xml version="1.0" encoding="utf-8"?>
<p:tagLst xmlns:p="http://schemas.openxmlformats.org/presentationml/2006/main">
  <p:tag name="SHADOWSIZE" val="100"/>
  <p:tag name="TEXTGLOW" val="0"/>
  <p:tag name="TEXTREFLECTION" val="0"/>
  <p:tag name="LINERULEAFTER" val="0"/>
  <p:tag name="MARGINBOTTOM" val="3.6"/>
  <p:tag name="MARGINRIGHT" val="7.2"/>
  <p:tag name="MARGINLEFT" val="7.2"/>
  <p:tag name="MARGINTOP" val="3.6"/>
  <p:tag name="FONTSIZE" val="20"/>
  <p:tag name="SOFTEDGE" val="0"/>
  <p:tag name="SHAPEGLOW" val="0"/>
  <p:tag name="SHAPEREFLECTION" val="-2.147484E+09"/>
  <p:tag name="SHADOWOFFSETY" val="3"/>
  <p:tag name="SHADOWOFFSETX" val="1.83697E-16"/>
  <p:tag name="SHADOWBLUR" val="4"/>
  <p:tag name="LINEWEIGHT" val="0.75"/>
  <p:tag name="HEIGHT" val="9.844409"/>
  <p:tag name="WIDTH" val="9.844409"/>
  <p:tag name="LEFT" val="15.6126"/>
  <p:tag name="TOP" val="297.3481"/>
</p:tagLst>
</file>

<file path=ppt/tags/tag78.xml><?xml version="1.0" encoding="utf-8"?>
<p:tagLst xmlns:p="http://schemas.openxmlformats.org/presentationml/2006/main">
  <p:tag name="SHADOWSIZE" val="100"/>
  <p:tag name="TEXTGLOW" val="0"/>
  <p:tag name="TEXTREFLECTION" val="0"/>
  <p:tag name="LINERULEAFTER" val="0"/>
  <p:tag name="MARGINBOTTOM" val="3.6"/>
  <p:tag name="MARGINRIGHT" val="7.2"/>
  <p:tag name="MARGINLEFT" val="7.2"/>
  <p:tag name="MARGINTOP" val="3.6"/>
  <p:tag name="FONTSIZE" val="20"/>
  <p:tag name="SOFTEDGE" val="0"/>
  <p:tag name="SHAPEGLOW" val="0"/>
  <p:tag name="SHAPEREFLECTION" val="-2.147484E+09"/>
  <p:tag name="SHADOWOFFSETY" val="3"/>
  <p:tag name="SHADOWOFFSETX" val="1.83697E-16"/>
  <p:tag name="SHADOWBLUR" val="4"/>
  <p:tag name="LINEWEIGHT" val="0.75"/>
  <p:tag name="HEIGHT" val="9.844409"/>
  <p:tag name="WIDTH" val="9.844409"/>
  <p:tag name="LEFT" val="15.6126"/>
  <p:tag name="TOP" val="297.3481"/>
</p:tagLst>
</file>

<file path=ppt/tags/tag79.xml><?xml version="1.0" encoding="utf-8"?>
<p:tagLst xmlns:p="http://schemas.openxmlformats.org/presentationml/2006/main">
  <p:tag name="SHADOWSIZE" val="100"/>
  <p:tag name="TEXTGLOW" val="0"/>
  <p:tag name="TEXTREFLECTION" val="0"/>
  <p:tag name="LINERULEAFTER" val="0"/>
  <p:tag name="MARGINBOTTOM" val="3.6"/>
  <p:tag name="MARGINRIGHT" val="7.2"/>
  <p:tag name="MARGINLEFT" val="7.2"/>
  <p:tag name="MARGINTOP" val="3.6"/>
  <p:tag name="FONTSIZE" val="20"/>
  <p:tag name="SOFTEDGE" val="0"/>
  <p:tag name="SHAPEGLOW" val="0"/>
  <p:tag name="SHAPEREFLECTION" val="-2.147484E+09"/>
  <p:tag name="SHADOWOFFSETY" val="3"/>
  <p:tag name="SHADOWOFFSETX" val="1.83697E-16"/>
  <p:tag name="SHADOWBLUR" val="4"/>
  <p:tag name="LINEWEIGHT" val="0.75"/>
  <p:tag name="HEIGHT" val="9.844409"/>
  <p:tag name="WIDTH" val="9.844409"/>
  <p:tag name="LEFT" val="15.6126"/>
  <p:tag name="TOP" val="297.3481"/>
</p:tagLst>
</file>

<file path=ppt/tags/tag80.xml><?xml version="1.0" encoding="utf-8"?>
<p:tagLst xmlns:p="http://schemas.openxmlformats.org/presentationml/2006/main">
  <p:tag name="SHADOWSIZE" val="100"/>
  <p:tag name="TEXTGLOW" val="0"/>
  <p:tag name="TEXTREFLECTION" val="0"/>
  <p:tag name="LINERULEAFTER" val="0"/>
  <p:tag name="MARGINBOTTOM" val="3.6"/>
  <p:tag name="MARGINRIGHT" val="7.2"/>
  <p:tag name="MARGINLEFT" val="7.2"/>
  <p:tag name="MARGINTOP" val="3.6"/>
  <p:tag name="FONTSIZE" val="20"/>
  <p:tag name="SOFTEDGE" val="0"/>
  <p:tag name="SHAPEGLOW" val="0"/>
  <p:tag name="SHAPEREFLECTION" val="-2.147484E+09"/>
  <p:tag name="SHADOWOFFSETY" val="3"/>
  <p:tag name="SHADOWOFFSETX" val="1.83697E-16"/>
  <p:tag name="SHADOWBLUR" val="4"/>
  <p:tag name="LINEWEIGHT" val="0.75"/>
  <p:tag name="HEIGHT" val="9.844409"/>
  <p:tag name="WIDTH" val="9.844409"/>
  <p:tag name="LEFT" val="15.6126"/>
  <p:tag name="TOP" val="297.3481"/>
</p:tagLst>
</file>

<file path=ppt/tags/tag81.xml><?xml version="1.0" encoding="utf-8"?>
<p:tagLst xmlns:p="http://schemas.openxmlformats.org/presentationml/2006/main">
  <p:tag name="SHADOWSIZE" val="100"/>
  <p:tag name="TEXTGLOW" val="0"/>
  <p:tag name="TEXTREFLECTION" val="0"/>
  <p:tag name="LINERULEAFTER" val="0"/>
  <p:tag name="MARGINBOTTOM" val="3.6"/>
  <p:tag name="MARGINRIGHT" val="7.2"/>
  <p:tag name="MARGINLEFT" val="7.2"/>
  <p:tag name="MARGINTOP" val="3.6"/>
  <p:tag name="FONTSIZE" val="20"/>
  <p:tag name="SOFTEDGE" val="0"/>
  <p:tag name="SHAPEGLOW" val="0"/>
  <p:tag name="SHAPEREFLECTION" val="-2.147484E+09"/>
  <p:tag name="SHADOWOFFSETY" val="3"/>
  <p:tag name="SHADOWOFFSETX" val="1.83697E-16"/>
  <p:tag name="SHADOWBLUR" val="4"/>
  <p:tag name="LINEWEIGHT" val="0.75"/>
  <p:tag name="HEIGHT" val="9.844409"/>
  <p:tag name="WIDTH" val="9.844409"/>
  <p:tag name="LEFT" val="15.6126"/>
  <p:tag name="TOP" val="297.3481"/>
</p:tagLst>
</file>

<file path=ppt/tags/tag82.xml><?xml version="1.0" encoding="utf-8"?>
<p:tagLst xmlns:p="http://schemas.openxmlformats.org/presentationml/2006/main">
  <p:tag name="SHADOWSIZE" val="100"/>
  <p:tag name="TEXTGLOW" val="0"/>
  <p:tag name="TEXTREFLECTION" val="0"/>
  <p:tag name="LINERULEAFTER" val="0"/>
  <p:tag name="MARGINBOTTOM" val="3.6"/>
  <p:tag name="MARGINRIGHT" val="7.2"/>
  <p:tag name="MARGINLEFT" val="7.2"/>
  <p:tag name="MARGINTOP" val="3.6"/>
  <p:tag name="FONTSIZE" val="20"/>
  <p:tag name="SOFTEDGE" val="0"/>
  <p:tag name="SHAPEGLOW" val="0"/>
  <p:tag name="SHAPEREFLECTION" val="-2.147484E+09"/>
  <p:tag name="SHADOWOFFSETY" val="3"/>
  <p:tag name="SHADOWOFFSETX" val="1.83697E-16"/>
  <p:tag name="SHADOWBLUR" val="4"/>
  <p:tag name="LINEWEIGHT" val="0.75"/>
  <p:tag name="HEIGHT" val="9.844409"/>
  <p:tag name="WIDTH" val="9.844409"/>
  <p:tag name="LEFT" val="15.6126"/>
  <p:tag name="TOP" val="297.3481"/>
</p:tagLst>
</file>

<file path=ppt/tags/tag83.xml><?xml version="1.0" encoding="utf-8"?>
<p:tagLst xmlns:p="http://schemas.openxmlformats.org/presentationml/2006/main">
  <p:tag name="SHADOWSIZE" val="100"/>
  <p:tag name="TEXTGLOW" val="0"/>
  <p:tag name="TEXTREFLECTION" val="0"/>
  <p:tag name="LINERULEAFTER" val="0"/>
  <p:tag name="MARGINBOTTOM" val="3.6"/>
  <p:tag name="MARGINRIGHT" val="7.2"/>
  <p:tag name="MARGINLEFT" val="7.2"/>
  <p:tag name="MARGINTOP" val="3.6"/>
  <p:tag name="FONTSIZE" val="20"/>
  <p:tag name="SOFTEDGE" val="0"/>
  <p:tag name="SHAPEGLOW" val="0"/>
  <p:tag name="SHAPEREFLECTION" val="-2.147484E+09"/>
  <p:tag name="SHADOWOFFSETY" val="3"/>
  <p:tag name="SHADOWOFFSETX" val="1.83697E-16"/>
  <p:tag name="SHADOWBLUR" val="4"/>
  <p:tag name="LINEWEIGHT" val="0.75"/>
  <p:tag name="HEIGHT" val="9.844409"/>
  <p:tag name="WIDTH" val="9.844409"/>
  <p:tag name="LEFT" val="15.6126"/>
  <p:tag name="TOP" val="297.3481"/>
</p:tagLst>
</file>

<file path=ppt/tags/tag84.xml><?xml version="1.0" encoding="utf-8"?>
<p:tagLst xmlns:p="http://schemas.openxmlformats.org/presentationml/2006/main">
  <p:tag name="SHADOWSIZE" val="100"/>
  <p:tag name="TEXTGLOW" val="0"/>
  <p:tag name="TEXTREFLECTION" val="0"/>
  <p:tag name="LINERULEAFTER" val="0"/>
  <p:tag name="MARGINBOTTOM" val="3.6"/>
  <p:tag name="MARGINRIGHT" val="7.2"/>
  <p:tag name="MARGINLEFT" val="7.2"/>
  <p:tag name="MARGINTOP" val="3.6"/>
  <p:tag name="FONTSIZE" val="20"/>
  <p:tag name="SOFTEDGE" val="0"/>
  <p:tag name="SHAPEGLOW" val="0"/>
  <p:tag name="SHAPEREFLECTION" val="-2.147484E+09"/>
  <p:tag name="SHADOWOFFSETY" val="3"/>
  <p:tag name="SHADOWOFFSETX" val="1.83697E-16"/>
  <p:tag name="SHADOWBLUR" val="4"/>
  <p:tag name="LINEWEIGHT" val="0.75"/>
  <p:tag name="HEIGHT" val="9.844409"/>
  <p:tag name="WIDTH" val="9.844409"/>
  <p:tag name="LEFT" val="15.6126"/>
  <p:tag name="TOP" val="297.3481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340</Words>
  <Application>WPS 演示</Application>
  <PresentationFormat>宽屏</PresentationFormat>
  <Paragraphs>47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24" baseType="lpstr">
      <vt:lpstr>Arial</vt:lpstr>
      <vt:lpstr>宋体</vt:lpstr>
      <vt:lpstr>Wingdings</vt:lpstr>
      <vt:lpstr>Wingdings</vt:lpstr>
      <vt:lpstr>Noto Sans SC</vt:lpstr>
      <vt:lpstr>HarmonyOS Sans SC Light</vt:lpstr>
      <vt:lpstr>HarmonyOS Sans SC</vt:lpstr>
      <vt:lpstr>方正字迹-龙吟体 简</vt:lpstr>
      <vt:lpstr>Calibri</vt:lpstr>
      <vt:lpstr>OPPOSans L</vt:lpstr>
      <vt:lpstr>演示镇魂行楷</vt:lpstr>
      <vt:lpstr>演示流云楷</vt:lpstr>
      <vt:lpstr>微软雅黑</vt:lpstr>
      <vt:lpstr>Times New Roman</vt:lpstr>
      <vt:lpstr>Arial Narrow</vt:lpstr>
      <vt:lpstr>思源宋体 CN Heavy</vt:lpstr>
      <vt:lpstr>Arial</vt:lpstr>
      <vt:lpstr>OPPOSans H</vt:lpstr>
      <vt:lpstr>Arial Unicode MS</vt:lpstr>
      <vt:lpstr>Segoe Print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微信用户</cp:lastModifiedBy>
  <cp:revision>159</cp:revision>
  <dcterms:created xsi:type="dcterms:W3CDTF">2019-06-19T02:08:00Z</dcterms:created>
  <dcterms:modified xsi:type="dcterms:W3CDTF">2026-02-28T06:07:59Z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03F47E80C682499E9536EF379FC75707_13</vt:lpwstr>
  </property>
</Properties>
</file>